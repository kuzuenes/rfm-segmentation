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
  </p:notesMasterIdLst>
  <p:sldIdLst>
    <p:sldId id="256" r:id="rId2"/>
  </p:sldIdLst>
  <p:sldSz cx="21386800" cy="30243463"/>
  <p:notesSz cx="9144000" cy="6858000"/>
  <p:defaultTextStyle>
    <a:defPPr>
      <a:defRPr lang="en-US"/>
    </a:defPPr>
    <a:lvl1pPr algn="l" defTabSz="2947988" rtl="0" eaLnBrk="0" fontAlgn="base" hangingPunct="0">
      <a:spcBef>
        <a:spcPct val="0"/>
      </a:spcBef>
      <a:spcAft>
        <a:spcPct val="0"/>
      </a:spcAft>
      <a:defRPr sz="5800" kern="1200">
        <a:solidFill>
          <a:schemeClr val="tx1"/>
        </a:solidFill>
        <a:latin typeface="Calibri" panose="020F0502020204030204" pitchFamily="34" charset="0"/>
        <a:ea typeface="+mn-ea"/>
        <a:cs typeface="Arial" panose="020B0604020202020204" pitchFamily="34" charset="0"/>
      </a:defRPr>
    </a:lvl1pPr>
    <a:lvl2pPr marL="1473200" indent="-1016000" algn="l" defTabSz="2947988" rtl="0" eaLnBrk="0" fontAlgn="base" hangingPunct="0">
      <a:spcBef>
        <a:spcPct val="0"/>
      </a:spcBef>
      <a:spcAft>
        <a:spcPct val="0"/>
      </a:spcAft>
      <a:defRPr sz="5800" kern="1200">
        <a:solidFill>
          <a:schemeClr val="tx1"/>
        </a:solidFill>
        <a:latin typeface="Calibri" panose="020F0502020204030204" pitchFamily="34" charset="0"/>
        <a:ea typeface="+mn-ea"/>
        <a:cs typeface="Arial" panose="020B0604020202020204" pitchFamily="34" charset="0"/>
      </a:defRPr>
    </a:lvl2pPr>
    <a:lvl3pPr marL="2947988" indent="-2033588" algn="l" defTabSz="2947988" rtl="0" eaLnBrk="0" fontAlgn="base" hangingPunct="0">
      <a:spcBef>
        <a:spcPct val="0"/>
      </a:spcBef>
      <a:spcAft>
        <a:spcPct val="0"/>
      </a:spcAft>
      <a:defRPr sz="5800" kern="1200">
        <a:solidFill>
          <a:schemeClr val="tx1"/>
        </a:solidFill>
        <a:latin typeface="Calibri" panose="020F0502020204030204" pitchFamily="34" charset="0"/>
        <a:ea typeface="+mn-ea"/>
        <a:cs typeface="Arial" panose="020B0604020202020204" pitchFamily="34" charset="0"/>
      </a:defRPr>
    </a:lvl3pPr>
    <a:lvl4pPr marL="4422775" indent="-3051175" algn="l" defTabSz="2947988" rtl="0" eaLnBrk="0" fontAlgn="base" hangingPunct="0">
      <a:spcBef>
        <a:spcPct val="0"/>
      </a:spcBef>
      <a:spcAft>
        <a:spcPct val="0"/>
      </a:spcAft>
      <a:defRPr sz="5800" kern="1200">
        <a:solidFill>
          <a:schemeClr val="tx1"/>
        </a:solidFill>
        <a:latin typeface="Calibri" panose="020F0502020204030204" pitchFamily="34" charset="0"/>
        <a:ea typeface="+mn-ea"/>
        <a:cs typeface="Arial" panose="020B0604020202020204" pitchFamily="34" charset="0"/>
      </a:defRPr>
    </a:lvl4pPr>
    <a:lvl5pPr marL="5897563" indent="-4068763" algn="l" defTabSz="2947988" rtl="0" eaLnBrk="0" fontAlgn="base" hangingPunct="0">
      <a:spcBef>
        <a:spcPct val="0"/>
      </a:spcBef>
      <a:spcAft>
        <a:spcPct val="0"/>
      </a:spcAft>
      <a:defRPr sz="5800"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sz="5800"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sz="5800"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sz="5800"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sz="5800"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9526">
          <p15:clr>
            <a:srgbClr val="A4A3A4"/>
          </p15:clr>
        </p15:guide>
        <p15:guide id="2" pos="673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54"/>
    <p:restoredTop sz="90195" autoAdjust="0"/>
  </p:normalViewPr>
  <p:slideViewPr>
    <p:cSldViewPr>
      <p:cViewPr>
        <p:scale>
          <a:sx n="33" d="100"/>
          <a:sy n="33" d="100"/>
        </p:scale>
        <p:origin x="2280" y="176"/>
      </p:cViewPr>
      <p:guideLst>
        <p:guide orient="horz" pos="9526"/>
        <p:guide pos="6736"/>
      </p:guideLst>
    </p:cSldViewPr>
  </p:slideViewPr>
  <p:notesTextViewPr>
    <p:cViewPr>
      <p:scale>
        <a:sx n="1" d="1"/>
        <a:sy n="1" d="1"/>
      </p:scale>
      <p:origin x="0" y="0"/>
    </p:cViewPr>
  </p:notesTextViewPr>
  <p:notesViewPr>
    <p:cSldViewPr>
      <p:cViewPr varScale="1">
        <p:scale>
          <a:sx n="93" d="100"/>
          <a:sy n="93" d="100"/>
        </p:scale>
        <p:origin x="-2130"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A6C78C-BD59-AB4F-9F0D-40DCFF748D1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defTabSz="2949096"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7BF59109-7462-2446-83AF-A8EB10548B0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defTabSz="2949096" eaLnBrk="1" fontAlgn="auto" hangingPunct="1">
              <a:spcBef>
                <a:spcPts val="0"/>
              </a:spcBef>
              <a:spcAft>
                <a:spcPts val="0"/>
              </a:spcAft>
              <a:defRPr sz="1200">
                <a:latin typeface="+mn-lt"/>
                <a:cs typeface="+mn-cs"/>
              </a:defRPr>
            </a:lvl1pPr>
          </a:lstStyle>
          <a:p>
            <a:pPr>
              <a:defRPr/>
            </a:pPr>
            <a:fld id="{BBFFADD5-BF2D-0840-98C9-F1C3034CEC02}" type="datetimeFigureOut">
              <a:rPr lang="en-US"/>
              <a:pPr>
                <a:defRPr/>
              </a:pPr>
              <a:t>5/13/26</a:t>
            </a:fld>
            <a:endParaRPr lang="en-US"/>
          </a:p>
        </p:txBody>
      </p:sp>
      <p:sp>
        <p:nvSpPr>
          <p:cNvPr id="4" name="Slide Image Placeholder 3">
            <a:extLst>
              <a:ext uri="{FF2B5EF4-FFF2-40B4-BE49-F238E27FC236}">
                <a16:creationId xmlns:a16="http://schemas.microsoft.com/office/drawing/2014/main" id="{C8889E44-9318-E744-89D2-A90E7A1D776A}"/>
              </a:ext>
            </a:extLst>
          </p:cNvPr>
          <p:cNvSpPr>
            <a:spLocks noGrp="1" noRot="1" noChangeAspect="1"/>
          </p:cNvSpPr>
          <p:nvPr>
            <p:ph type="sldImg" idx="2"/>
          </p:nvPr>
        </p:nvSpPr>
        <p:spPr>
          <a:xfrm>
            <a:off x="3662363" y="514350"/>
            <a:ext cx="1819275" cy="25717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F05DB38-86D5-7541-8FA4-35865DE2A3D8}"/>
              </a:ext>
            </a:extLst>
          </p:cNvPr>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C81C264-661D-6F42-B745-76B2FB76697F}"/>
              </a:ext>
            </a:extLst>
          </p:cNvPr>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defTabSz="2949096"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4BCAD78-89F7-2E43-94AF-271F20E59516}"/>
              </a:ext>
            </a:extLst>
          </p:cNvPr>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0172AF7-C0B2-4948-AA25-BF1103F67032}" type="slidenum">
              <a:rPr lang="en-US" altLang="tr-TR"/>
              <a:pPr/>
              <a:t>‹#›</a:t>
            </a:fld>
            <a:endParaRPr lang="en-US" altLang="tr-TR"/>
          </a:p>
        </p:txBody>
      </p:sp>
    </p:spTree>
  </p:cSld>
  <p:clrMap bg1="lt1" tx1="dk1" bg2="lt2" tx2="dk2" accent1="accent1" accent2="accent2" accent3="accent3" accent4="accent4" accent5="accent5" accent6="accent6" hlink="hlink" folHlink="folHlink"/>
  <p:notesStyle>
    <a:lvl1pPr algn="l" defTabSz="2947988" rtl="0" eaLnBrk="0" fontAlgn="base" hangingPunct="0">
      <a:spcBef>
        <a:spcPct val="30000"/>
      </a:spcBef>
      <a:spcAft>
        <a:spcPct val="0"/>
      </a:spcAft>
      <a:defRPr sz="3800" kern="1200">
        <a:solidFill>
          <a:schemeClr val="tx1"/>
        </a:solidFill>
        <a:latin typeface="+mn-lt"/>
        <a:ea typeface="+mn-ea"/>
        <a:cs typeface="+mn-cs"/>
      </a:defRPr>
    </a:lvl1pPr>
    <a:lvl2pPr marL="1473200" algn="l" defTabSz="2947988" rtl="0" eaLnBrk="0" fontAlgn="base" hangingPunct="0">
      <a:spcBef>
        <a:spcPct val="30000"/>
      </a:spcBef>
      <a:spcAft>
        <a:spcPct val="0"/>
      </a:spcAft>
      <a:defRPr sz="3800" kern="1200">
        <a:solidFill>
          <a:schemeClr val="tx1"/>
        </a:solidFill>
        <a:latin typeface="+mn-lt"/>
        <a:ea typeface="+mn-ea"/>
        <a:cs typeface="+mn-cs"/>
      </a:defRPr>
    </a:lvl2pPr>
    <a:lvl3pPr marL="2947988" algn="l" defTabSz="2947988" rtl="0" eaLnBrk="0" fontAlgn="base" hangingPunct="0">
      <a:spcBef>
        <a:spcPct val="30000"/>
      </a:spcBef>
      <a:spcAft>
        <a:spcPct val="0"/>
      </a:spcAft>
      <a:defRPr sz="3800" kern="1200">
        <a:solidFill>
          <a:schemeClr val="tx1"/>
        </a:solidFill>
        <a:latin typeface="+mn-lt"/>
        <a:ea typeface="+mn-ea"/>
        <a:cs typeface="+mn-cs"/>
      </a:defRPr>
    </a:lvl3pPr>
    <a:lvl4pPr marL="4422775" algn="l" defTabSz="2947988" rtl="0" eaLnBrk="0" fontAlgn="base" hangingPunct="0">
      <a:spcBef>
        <a:spcPct val="30000"/>
      </a:spcBef>
      <a:spcAft>
        <a:spcPct val="0"/>
      </a:spcAft>
      <a:defRPr sz="3800" kern="1200">
        <a:solidFill>
          <a:schemeClr val="tx1"/>
        </a:solidFill>
        <a:latin typeface="+mn-lt"/>
        <a:ea typeface="+mn-ea"/>
        <a:cs typeface="+mn-cs"/>
      </a:defRPr>
    </a:lvl4pPr>
    <a:lvl5pPr marL="5897563" algn="l" defTabSz="2947988" rtl="0" eaLnBrk="0" fontAlgn="base" hangingPunct="0">
      <a:spcBef>
        <a:spcPct val="30000"/>
      </a:spcBef>
      <a:spcAft>
        <a:spcPct val="0"/>
      </a:spcAft>
      <a:defRPr sz="3800" kern="1200">
        <a:solidFill>
          <a:schemeClr val="tx1"/>
        </a:solidFill>
        <a:latin typeface="+mn-lt"/>
        <a:ea typeface="+mn-ea"/>
        <a:cs typeface="+mn-cs"/>
      </a:defRPr>
    </a:lvl5pPr>
    <a:lvl6pPr marL="7372738" algn="l" defTabSz="2949096" rtl="0" eaLnBrk="1" latinLnBrk="0" hangingPunct="1">
      <a:defRPr sz="3800" kern="1200">
        <a:solidFill>
          <a:schemeClr val="tx1"/>
        </a:solidFill>
        <a:latin typeface="+mn-lt"/>
        <a:ea typeface="+mn-ea"/>
        <a:cs typeface="+mn-cs"/>
      </a:defRPr>
    </a:lvl6pPr>
    <a:lvl7pPr marL="8847288" algn="l" defTabSz="2949096" rtl="0" eaLnBrk="1" latinLnBrk="0" hangingPunct="1">
      <a:defRPr sz="3800" kern="1200">
        <a:solidFill>
          <a:schemeClr val="tx1"/>
        </a:solidFill>
        <a:latin typeface="+mn-lt"/>
        <a:ea typeface="+mn-ea"/>
        <a:cs typeface="+mn-cs"/>
      </a:defRPr>
    </a:lvl7pPr>
    <a:lvl8pPr marL="10321834" algn="l" defTabSz="2949096" rtl="0" eaLnBrk="1" latinLnBrk="0" hangingPunct="1">
      <a:defRPr sz="3800" kern="1200">
        <a:solidFill>
          <a:schemeClr val="tx1"/>
        </a:solidFill>
        <a:latin typeface="+mn-lt"/>
        <a:ea typeface="+mn-ea"/>
        <a:cs typeface="+mn-cs"/>
      </a:defRPr>
    </a:lvl8pPr>
    <a:lvl9pPr marL="11796380" algn="l" defTabSz="2949096" rtl="0" eaLnBrk="1" latinLnBrk="0" hangingPunct="1">
      <a:defRPr sz="3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ayt Görüntüsü Yer Tutucusu 1">
            <a:extLst>
              <a:ext uri="{FF2B5EF4-FFF2-40B4-BE49-F238E27FC236}">
                <a16:creationId xmlns:a16="http://schemas.microsoft.com/office/drawing/2014/main" id="{BB19B2E4-F350-A0B4-5007-8C5A1D2EEC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Not Yer Tutucusu 2">
            <a:extLst>
              <a:ext uri="{FF2B5EF4-FFF2-40B4-BE49-F238E27FC236}">
                <a16:creationId xmlns:a16="http://schemas.microsoft.com/office/drawing/2014/main" id="{9C0AAEC4-44AF-D8A0-F3B8-49FBC8D6A2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r-TR" altLang="en-US"/>
          </a:p>
        </p:txBody>
      </p:sp>
      <p:sp>
        <p:nvSpPr>
          <p:cNvPr id="15363" name="Slayt Numarası Yer Tutucusu 3">
            <a:extLst>
              <a:ext uri="{FF2B5EF4-FFF2-40B4-BE49-F238E27FC236}">
                <a16:creationId xmlns:a16="http://schemas.microsoft.com/office/drawing/2014/main" id="{B1261931-EA9C-3B19-C1CC-D33608B6E3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49BD9CA-AE42-E747-AA40-66B3A3AC8D03}" type="slidenum">
              <a:rPr lang="en-US" altLang="tr-TR"/>
              <a:pPr/>
              <a:t>1</a:t>
            </a:fld>
            <a:endParaRPr lang="en-US" alt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010" y="9395077"/>
            <a:ext cx="18178780" cy="6482742"/>
          </a:xfrm>
        </p:spPr>
        <p:txBody>
          <a:bodyPr/>
          <a:lstStyle/>
          <a:p>
            <a:r>
              <a:rPr lang="en-US"/>
              <a:t>Click to edit Master title style</a:t>
            </a:r>
          </a:p>
        </p:txBody>
      </p:sp>
      <p:sp>
        <p:nvSpPr>
          <p:cNvPr id="3" name="Subtitle 2"/>
          <p:cNvSpPr>
            <a:spLocks noGrp="1"/>
          </p:cNvSpPr>
          <p:nvPr>
            <p:ph type="subTitle" idx="1"/>
          </p:nvPr>
        </p:nvSpPr>
        <p:spPr>
          <a:xfrm>
            <a:off x="3208020" y="17137961"/>
            <a:ext cx="14970760" cy="7728886"/>
          </a:xfrm>
        </p:spPr>
        <p:txBody>
          <a:bodyPr/>
          <a:lstStyle>
            <a:lvl1pPr marL="0" indent="0" algn="ctr">
              <a:buNone/>
              <a:defRPr>
                <a:solidFill>
                  <a:schemeClr val="tx1">
                    <a:tint val="75000"/>
                  </a:schemeClr>
                </a:solidFill>
              </a:defRPr>
            </a:lvl1pPr>
            <a:lvl2pPr marL="1472540" indent="0" algn="ctr">
              <a:buNone/>
              <a:defRPr>
                <a:solidFill>
                  <a:schemeClr val="tx1">
                    <a:tint val="75000"/>
                  </a:schemeClr>
                </a:solidFill>
              </a:defRPr>
            </a:lvl2pPr>
            <a:lvl3pPr marL="2945079" indent="0" algn="ctr">
              <a:buNone/>
              <a:defRPr>
                <a:solidFill>
                  <a:schemeClr val="tx1">
                    <a:tint val="75000"/>
                  </a:schemeClr>
                </a:solidFill>
              </a:defRPr>
            </a:lvl3pPr>
            <a:lvl4pPr marL="4417616" indent="0" algn="ctr">
              <a:buNone/>
              <a:defRPr>
                <a:solidFill>
                  <a:schemeClr val="tx1">
                    <a:tint val="75000"/>
                  </a:schemeClr>
                </a:solidFill>
              </a:defRPr>
            </a:lvl4pPr>
            <a:lvl5pPr marL="5890159" indent="0" algn="ctr">
              <a:buNone/>
              <a:defRPr>
                <a:solidFill>
                  <a:schemeClr val="tx1">
                    <a:tint val="75000"/>
                  </a:schemeClr>
                </a:solidFill>
              </a:defRPr>
            </a:lvl5pPr>
            <a:lvl6pPr marL="7362698" indent="0" algn="ctr">
              <a:buNone/>
              <a:defRPr>
                <a:solidFill>
                  <a:schemeClr val="tx1">
                    <a:tint val="75000"/>
                  </a:schemeClr>
                </a:solidFill>
              </a:defRPr>
            </a:lvl6pPr>
            <a:lvl7pPr marL="8835238" indent="0" algn="ctr">
              <a:buNone/>
              <a:defRPr>
                <a:solidFill>
                  <a:schemeClr val="tx1">
                    <a:tint val="75000"/>
                  </a:schemeClr>
                </a:solidFill>
              </a:defRPr>
            </a:lvl7pPr>
            <a:lvl8pPr marL="10307781" indent="0" algn="ctr">
              <a:buNone/>
              <a:defRPr>
                <a:solidFill>
                  <a:schemeClr val="tx1">
                    <a:tint val="75000"/>
                  </a:schemeClr>
                </a:solidFill>
              </a:defRPr>
            </a:lvl8pPr>
            <a:lvl9pPr marL="11780318"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3003DAA-3C0B-153A-FBC2-41696A9CB28B}"/>
              </a:ext>
            </a:extLst>
          </p:cNvPr>
          <p:cNvSpPr>
            <a:spLocks noGrp="1"/>
          </p:cNvSpPr>
          <p:nvPr>
            <p:ph type="dt" sz="half" idx="10"/>
          </p:nvPr>
        </p:nvSpPr>
        <p:spPr/>
        <p:txBody>
          <a:bodyPr/>
          <a:lstStyle>
            <a:lvl1pPr>
              <a:defRPr/>
            </a:lvl1pPr>
          </a:lstStyle>
          <a:p>
            <a:pPr>
              <a:defRPr/>
            </a:pPr>
            <a:fld id="{9A09B549-C5FE-5545-970C-8056540AD8CA}" type="datetimeFigureOut">
              <a:rPr lang="en-US"/>
              <a:pPr>
                <a:defRPr/>
              </a:pPr>
              <a:t>5/13/26</a:t>
            </a:fld>
            <a:endParaRPr lang="en-US"/>
          </a:p>
        </p:txBody>
      </p:sp>
      <p:sp>
        <p:nvSpPr>
          <p:cNvPr id="5" name="Footer Placeholder 4">
            <a:extLst>
              <a:ext uri="{FF2B5EF4-FFF2-40B4-BE49-F238E27FC236}">
                <a16:creationId xmlns:a16="http://schemas.microsoft.com/office/drawing/2014/main" id="{FFD0537F-8276-E684-1255-15962C2E3E4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26DE9B6-382A-A33B-1661-6562174DDDE4}"/>
              </a:ext>
            </a:extLst>
          </p:cNvPr>
          <p:cNvSpPr>
            <a:spLocks noGrp="1"/>
          </p:cNvSpPr>
          <p:nvPr>
            <p:ph type="sldNum" sz="quarter" idx="12"/>
          </p:nvPr>
        </p:nvSpPr>
        <p:spPr/>
        <p:txBody>
          <a:bodyPr/>
          <a:lstStyle>
            <a:lvl1pPr>
              <a:defRPr/>
            </a:lvl1pPr>
          </a:lstStyle>
          <a:p>
            <a:fld id="{663C4C61-A341-524F-BED6-D0EF459CEE27}" type="slidenum">
              <a:rPr lang="en-US" altLang="tr-TR"/>
              <a:pPr/>
              <a:t>‹#›</a:t>
            </a:fld>
            <a:endParaRPr lang="en-US" altLang="tr-TR"/>
          </a:p>
        </p:txBody>
      </p:sp>
    </p:spTree>
    <p:extLst>
      <p:ext uri="{BB962C8B-B14F-4D97-AF65-F5344CB8AC3E}">
        <p14:creationId xmlns:p14="http://schemas.microsoft.com/office/powerpoint/2010/main" val="1304643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6B0E7-8BB9-2387-C2F2-B8CF10C5D3B8}"/>
              </a:ext>
            </a:extLst>
          </p:cNvPr>
          <p:cNvSpPr>
            <a:spLocks noGrp="1"/>
          </p:cNvSpPr>
          <p:nvPr>
            <p:ph type="dt" sz="half" idx="10"/>
          </p:nvPr>
        </p:nvSpPr>
        <p:spPr/>
        <p:txBody>
          <a:bodyPr/>
          <a:lstStyle>
            <a:lvl1pPr>
              <a:defRPr/>
            </a:lvl1pPr>
          </a:lstStyle>
          <a:p>
            <a:pPr>
              <a:defRPr/>
            </a:pPr>
            <a:fld id="{F71E1DEA-22DA-9944-AB68-EF045A876798}" type="datetimeFigureOut">
              <a:rPr lang="en-US"/>
              <a:pPr>
                <a:defRPr/>
              </a:pPr>
              <a:t>5/13/26</a:t>
            </a:fld>
            <a:endParaRPr lang="en-US"/>
          </a:p>
        </p:txBody>
      </p:sp>
      <p:sp>
        <p:nvSpPr>
          <p:cNvPr id="5" name="Footer Placeholder 4">
            <a:extLst>
              <a:ext uri="{FF2B5EF4-FFF2-40B4-BE49-F238E27FC236}">
                <a16:creationId xmlns:a16="http://schemas.microsoft.com/office/drawing/2014/main" id="{F05FA647-4472-72A0-ADCF-D162A28ED02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912795C-7084-F50F-649A-08EAC4569B78}"/>
              </a:ext>
            </a:extLst>
          </p:cNvPr>
          <p:cNvSpPr>
            <a:spLocks noGrp="1"/>
          </p:cNvSpPr>
          <p:nvPr>
            <p:ph type="sldNum" sz="quarter" idx="12"/>
          </p:nvPr>
        </p:nvSpPr>
        <p:spPr/>
        <p:txBody>
          <a:bodyPr/>
          <a:lstStyle>
            <a:lvl1pPr>
              <a:defRPr/>
            </a:lvl1pPr>
          </a:lstStyle>
          <a:p>
            <a:fld id="{CAAFE19D-D168-314A-A092-2A18FBD6BD1E}" type="slidenum">
              <a:rPr lang="en-US" altLang="tr-TR"/>
              <a:pPr/>
              <a:t>‹#›</a:t>
            </a:fld>
            <a:endParaRPr lang="en-US" altLang="tr-TR"/>
          </a:p>
        </p:txBody>
      </p:sp>
    </p:spTree>
    <p:extLst>
      <p:ext uri="{BB962C8B-B14F-4D97-AF65-F5344CB8AC3E}">
        <p14:creationId xmlns:p14="http://schemas.microsoft.com/office/powerpoint/2010/main" val="12019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410" y="19434228"/>
            <a:ext cx="18178780" cy="6006688"/>
          </a:xfrm>
        </p:spPr>
        <p:txBody>
          <a:bodyPr anchor="t"/>
          <a:lstStyle>
            <a:lvl1pPr algn="l">
              <a:defRPr sz="12900" b="1" cap="all"/>
            </a:lvl1pPr>
          </a:lstStyle>
          <a:p>
            <a:r>
              <a:rPr lang="en-US"/>
              <a:t>Click to edit Master title style</a:t>
            </a:r>
          </a:p>
        </p:txBody>
      </p:sp>
      <p:sp>
        <p:nvSpPr>
          <p:cNvPr id="3" name="Text Placeholder 2"/>
          <p:cNvSpPr>
            <a:spLocks noGrp="1"/>
          </p:cNvSpPr>
          <p:nvPr>
            <p:ph type="body" idx="1"/>
          </p:nvPr>
        </p:nvSpPr>
        <p:spPr>
          <a:xfrm>
            <a:off x="1689410" y="12818479"/>
            <a:ext cx="18178780" cy="6615755"/>
          </a:xfrm>
        </p:spPr>
        <p:txBody>
          <a:bodyPr anchor="b"/>
          <a:lstStyle>
            <a:lvl1pPr marL="0" indent="0">
              <a:buNone/>
              <a:defRPr sz="6400">
                <a:solidFill>
                  <a:schemeClr val="tx1">
                    <a:tint val="75000"/>
                  </a:schemeClr>
                </a:solidFill>
              </a:defRPr>
            </a:lvl1pPr>
            <a:lvl2pPr marL="1472540" indent="0">
              <a:buNone/>
              <a:defRPr sz="5800">
                <a:solidFill>
                  <a:schemeClr val="tx1">
                    <a:tint val="75000"/>
                  </a:schemeClr>
                </a:solidFill>
              </a:defRPr>
            </a:lvl2pPr>
            <a:lvl3pPr marL="2945079" indent="0">
              <a:buNone/>
              <a:defRPr sz="5100">
                <a:solidFill>
                  <a:schemeClr val="tx1">
                    <a:tint val="75000"/>
                  </a:schemeClr>
                </a:solidFill>
              </a:defRPr>
            </a:lvl3pPr>
            <a:lvl4pPr marL="4417616" indent="0">
              <a:buNone/>
              <a:defRPr sz="4500">
                <a:solidFill>
                  <a:schemeClr val="tx1">
                    <a:tint val="75000"/>
                  </a:schemeClr>
                </a:solidFill>
              </a:defRPr>
            </a:lvl4pPr>
            <a:lvl5pPr marL="5890159" indent="0">
              <a:buNone/>
              <a:defRPr sz="4500">
                <a:solidFill>
                  <a:schemeClr val="tx1">
                    <a:tint val="75000"/>
                  </a:schemeClr>
                </a:solidFill>
              </a:defRPr>
            </a:lvl5pPr>
            <a:lvl6pPr marL="7362698" indent="0">
              <a:buNone/>
              <a:defRPr sz="4500">
                <a:solidFill>
                  <a:schemeClr val="tx1">
                    <a:tint val="75000"/>
                  </a:schemeClr>
                </a:solidFill>
              </a:defRPr>
            </a:lvl6pPr>
            <a:lvl7pPr marL="8835238" indent="0">
              <a:buNone/>
              <a:defRPr sz="4500">
                <a:solidFill>
                  <a:schemeClr val="tx1">
                    <a:tint val="75000"/>
                  </a:schemeClr>
                </a:solidFill>
              </a:defRPr>
            </a:lvl7pPr>
            <a:lvl8pPr marL="10307781" indent="0">
              <a:buNone/>
              <a:defRPr sz="4500">
                <a:solidFill>
                  <a:schemeClr val="tx1">
                    <a:tint val="75000"/>
                  </a:schemeClr>
                </a:solidFill>
              </a:defRPr>
            </a:lvl8pPr>
            <a:lvl9pPr marL="11780318" indent="0">
              <a:buNone/>
              <a:defRPr sz="45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482830-BF76-DFF8-2D00-B7E0EA7F20F2}"/>
              </a:ext>
            </a:extLst>
          </p:cNvPr>
          <p:cNvSpPr>
            <a:spLocks noGrp="1"/>
          </p:cNvSpPr>
          <p:nvPr>
            <p:ph type="dt" sz="half" idx="10"/>
          </p:nvPr>
        </p:nvSpPr>
        <p:spPr/>
        <p:txBody>
          <a:bodyPr/>
          <a:lstStyle>
            <a:lvl1pPr>
              <a:defRPr/>
            </a:lvl1pPr>
          </a:lstStyle>
          <a:p>
            <a:pPr>
              <a:defRPr/>
            </a:pPr>
            <a:fld id="{F0D4CF6F-0C15-3C48-BBBE-160CF3011D9C}" type="datetimeFigureOut">
              <a:rPr lang="en-US"/>
              <a:pPr>
                <a:defRPr/>
              </a:pPr>
              <a:t>5/13/26</a:t>
            </a:fld>
            <a:endParaRPr lang="en-US"/>
          </a:p>
        </p:txBody>
      </p:sp>
      <p:sp>
        <p:nvSpPr>
          <p:cNvPr id="5" name="Footer Placeholder 4">
            <a:extLst>
              <a:ext uri="{FF2B5EF4-FFF2-40B4-BE49-F238E27FC236}">
                <a16:creationId xmlns:a16="http://schemas.microsoft.com/office/drawing/2014/main" id="{5612909D-74C3-431A-DE0E-38C698EEF2D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C31264F-4178-59A8-C8BD-A7E418004D5C}"/>
              </a:ext>
            </a:extLst>
          </p:cNvPr>
          <p:cNvSpPr>
            <a:spLocks noGrp="1"/>
          </p:cNvSpPr>
          <p:nvPr>
            <p:ph type="sldNum" sz="quarter" idx="12"/>
          </p:nvPr>
        </p:nvSpPr>
        <p:spPr/>
        <p:txBody>
          <a:bodyPr/>
          <a:lstStyle>
            <a:lvl1pPr>
              <a:defRPr/>
            </a:lvl1pPr>
          </a:lstStyle>
          <a:p>
            <a:fld id="{B177EE15-1628-BE44-93DB-F4B051DA80F0}" type="slidenum">
              <a:rPr lang="en-US" altLang="tr-TR"/>
              <a:pPr/>
              <a:t>‹#›</a:t>
            </a:fld>
            <a:endParaRPr lang="en-US" altLang="tr-TR"/>
          </a:p>
        </p:txBody>
      </p:sp>
    </p:spTree>
    <p:extLst>
      <p:ext uri="{BB962C8B-B14F-4D97-AF65-F5344CB8AC3E}">
        <p14:creationId xmlns:p14="http://schemas.microsoft.com/office/powerpoint/2010/main" val="87413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92730" y="33869879"/>
            <a:ext cx="40241343" cy="95805972"/>
          </a:xfrm>
        </p:spPr>
        <p:txBody>
          <a:bodyPr/>
          <a:lstStyle>
            <a:lvl1pPr>
              <a:defRPr sz="9000"/>
            </a:lvl1pPr>
            <a:lvl2pPr>
              <a:defRPr sz="7700"/>
            </a:lvl2pPr>
            <a:lvl3pPr>
              <a:defRPr sz="64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090520" y="33869879"/>
            <a:ext cx="40241343" cy="95805972"/>
          </a:xfrm>
        </p:spPr>
        <p:txBody>
          <a:bodyPr/>
          <a:lstStyle>
            <a:lvl1pPr>
              <a:defRPr sz="9000"/>
            </a:lvl1pPr>
            <a:lvl2pPr>
              <a:defRPr sz="7700"/>
            </a:lvl2pPr>
            <a:lvl3pPr>
              <a:defRPr sz="64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7EC76D6-47A3-912C-416B-D1F2DA0E85B1}"/>
              </a:ext>
            </a:extLst>
          </p:cNvPr>
          <p:cNvSpPr>
            <a:spLocks noGrp="1"/>
          </p:cNvSpPr>
          <p:nvPr>
            <p:ph type="dt" sz="half" idx="10"/>
          </p:nvPr>
        </p:nvSpPr>
        <p:spPr/>
        <p:txBody>
          <a:bodyPr/>
          <a:lstStyle>
            <a:lvl1pPr>
              <a:defRPr/>
            </a:lvl1pPr>
          </a:lstStyle>
          <a:p>
            <a:pPr>
              <a:defRPr/>
            </a:pPr>
            <a:fld id="{EA205573-BCD7-3940-9B93-0E65DF34CB15}" type="datetimeFigureOut">
              <a:rPr lang="en-US"/>
              <a:pPr>
                <a:defRPr/>
              </a:pPr>
              <a:t>5/13/26</a:t>
            </a:fld>
            <a:endParaRPr lang="en-US"/>
          </a:p>
        </p:txBody>
      </p:sp>
      <p:sp>
        <p:nvSpPr>
          <p:cNvPr id="6" name="Footer Placeholder 4">
            <a:extLst>
              <a:ext uri="{FF2B5EF4-FFF2-40B4-BE49-F238E27FC236}">
                <a16:creationId xmlns:a16="http://schemas.microsoft.com/office/drawing/2014/main" id="{B6062A18-4AB3-0AA8-CA9D-65394B60334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7C09465-A149-083D-7DA8-B7C9A23EDDC7}"/>
              </a:ext>
            </a:extLst>
          </p:cNvPr>
          <p:cNvSpPr>
            <a:spLocks noGrp="1"/>
          </p:cNvSpPr>
          <p:nvPr>
            <p:ph type="sldNum" sz="quarter" idx="12"/>
          </p:nvPr>
        </p:nvSpPr>
        <p:spPr/>
        <p:txBody>
          <a:bodyPr/>
          <a:lstStyle>
            <a:lvl1pPr>
              <a:defRPr/>
            </a:lvl1pPr>
          </a:lstStyle>
          <a:p>
            <a:fld id="{18CCA3FE-FBFE-E241-87FA-FB6DB74716E8}" type="slidenum">
              <a:rPr lang="en-US" altLang="tr-TR"/>
              <a:pPr/>
              <a:t>‹#›</a:t>
            </a:fld>
            <a:endParaRPr lang="en-US" altLang="tr-TR"/>
          </a:p>
        </p:txBody>
      </p:sp>
    </p:spTree>
    <p:extLst>
      <p:ext uri="{BB962C8B-B14F-4D97-AF65-F5344CB8AC3E}">
        <p14:creationId xmlns:p14="http://schemas.microsoft.com/office/powerpoint/2010/main" val="1391519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40" y="1211140"/>
            <a:ext cx="19248120" cy="504057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69341" y="6769777"/>
            <a:ext cx="9449551" cy="2821321"/>
          </a:xfrm>
        </p:spPr>
        <p:txBody>
          <a:bodyPr anchor="b"/>
          <a:lstStyle>
            <a:lvl1pPr marL="0" indent="0">
              <a:buNone/>
              <a:defRPr sz="7700" b="1"/>
            </a:lvl1pPr>
            <a:lvl2pPr marL="1472540" indent="0">
              <a:buNone/>
              <a:defRPr sz="6400" b="1"/>
            </a:lvl2pPr>
            <a:lvl3pPr marL="2945079" indent="0">
              <a:buNone/>
              <a:defRPr sz="5800" b="1"/>
            </a:lvl3pPr>
            <a:lvl4pPr marL="4417616" indent="0">
              <a:buNone/>
              <a:defRPr sz="5100" b="1"/>
            </a:lvl4pPr>
            <a:lvl5pPr marL="5890159" indent="0">
              <a:buNone/>
              <a:defRPr sz="5100" b="1"/>
            </a:lvl5pPr>
            <a:lvl6pPr marL="7362698" indent="0">
              <a:buNone/>
              <a:defRPr sz="5100" b="1"/>
            </a:lvl6pPr>
            <a:lvl7pPr marL="8835238" indent="0">
              <a:buNone/>
              <a:defRPr sz="5100" b="1"/>
            </a:lvl7pPr>
            <a:lvl8pPr marL="10307781" indent="0">
              <a:buNone/>
              <a:defRPr sz="5100" b="1"/>
            </a:lvl8pPr>
            <a:lvl9pPr marL="11780318" indent="0">
              <a:buNone/>
              <a:defRPr sz="5100" b="1"/>
            </a:lvl9pPr>
          </a:lstStyle>
          <a:p>
            <a:pPr lvl="0"/>
            <a:r>
              <a:rPr lang="en-US"/>
              <a:t>Click to edit Master text styles</a:t>
            </a:r>
          </a:p>
        </p:txBody>
      </p:sp>
      <p:sp>
        <p:nvSpPr>
          <p:cNvPr id="4" name="Content Placeholder 3"/>
          <p:cNvSpPr>
            <a:spLocks noGrp="1"/>
          </p:cNvSpPr>
          <p:nvPr>
            <p:ph sz="half" idx="2"/>
          </p:nvPr>
        </p:nvSpPr>
        <p:spPr>
          <a:xfrm>
            <a:off x="1069341" y="9591100"/>
            <a:ext cx="9449551" cy="17424998"/>
          </a:xfrm>
        </p:spPr>
        <p:txBody>
          <a:bodyPr/>
          <a:lstStyle>
            <a:lvl1pPr>
              <a:defRPr sz="7700"/>
            </a:lvl1pPr>
            <a:lvl2pPr>
              <a:defRPr sz="6400"/>
            </a:lvl2pPr>
            <a:lvl3pPr>
              <a:defRPr sz="5800"/>
            </a:lvl3pPr>
            <a:lvl4pPr>
              <a:defRPr sz="5100"/>
            </a:lvl4pPr>
            <a:lvl5pPr>
              <a:defRPr sz="5100"/>
            </a:lvl5pPr>
            <a:lvl6pPr>
              <a:defRPr sz="5100"/>
            </a:lvl6pPr>
            <a:lvl7pPr>
              <a:defRPr sz="5100"/>
            </a:lvl7pPr>
            <a:lvl8pPr>
              <a:defRPr sz="5100"/>
            </a:lvl8pPr>
            <a:lvl9pPr>
              <a:defRPr sz="5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64214" y="6769777"/>
            <a:ext cx="9453263" cy="2821321"/>
          </a:xfrm>
        </p:spPr>
        <p:txBody>
          <a:bodyPr anchor="b"/>
          <a:lstStyle>
            <a:lvl1pPr marL="0" indent="0">
              <a:buNone/>
              <a:defRPr sz="7700" b="1"/>
            </a:lvl1pPr>
            <a:lvl2pPr marL="1472540" indent="0">
              <a:buNone/>
              <a:defRPr sz="6400" b="1"/>
            </a:lvl2pPr>
            <a:lvl3pPr marL="2945079" indent="0">
              <a:buNone/>
              <a:defRPr sz="5800" b="1"/>
            </a:lvl3pPr>
            <a:lvl4pPr marL="4417616" indent="0">
              <a:buNone/>
              <a:defRPr sz="5100" b="1"/>
            </a:lvl4pPr>
            <a:lvl5pPr marL="5890159" indent="0">
              <a:buNone/>
              <a:defRPr sz="5100" b="1"/>
            </a:lvl5pPr>
            <a:lvl6pPr marL="7362698" indent="0">
              <a:buNone/>
              <a:defRPr sz="5100" b="1"/>
            </a:lvl6pPr>
            <a:lvl7pPr marL="8835238" indent="0">
              <a:buNone/>
              <a:defRPr sz="5100" b="1"/>
            </a:lvl7pPr>
            <a:lvl8pPr marL="10307781" indent="0">
              <a:buNone/>
              <a:defRPr sz="5100" b="1"/>
            </a:lvl8pPr>
            <a:lvl9pPr marL="11780318" indent="0">
              <a:buNone/>
              <a:defRPr sz="5100" b="1"/>
            </a:lvl9pPr>
          </a:lstStyle>
          <a:p>
            <a:pPr lvl="0"/>
            <a:r>
              <a:rPr lang="en-US"/>
              <a:t>Click to edit Master text styles</a:t>
            </a:r>
          </a:p>
        </p:txBody>
      </p:sp>
      <p:sp>
        <p:nvSpPr>
          <p:cNvPr id="6" name="Content Placeholder 5"/>
          <p:cNvSpPr>
            <a:spLocks noGrp="1"/>
          </p:cNvSpPr>
          <p:nvPr>
            <p:ph sz="quarter" idx="4"/>
          </p:nvPr>
        </p:nvSpPr>
        <p:spPr>
          <a:xfrm>
            <a:off x="10864214" y="9591100"/>
            <a:ext cx="9453263" cy="17424998"/>
          </a:xfrm>
        </p:spPr>
        <p:txBody>
          <a:bodyPr/>
          <a:lstStyle>
            <a:lvl1pPr>
              <a:defRPr sz="7700"/>
            </a:lvl1pPr>
            <a:lvl2pPr>
              <a:defRPr sz="6400"/>
            </a:lvl2pPr>
            <a:lvl3pPr>
              <a:defRPr sz="5800"/>
            </a:lvl3pPr>
            <a:lvl4pPr>
              <a:defRPr sz="5100"/>
            </a:lvl4pPr>
            <a:lvl5pPr>
              <a:defRPr sz="5100"/>
            </a:lvl5pPr>
            <a:lvl6pPr>
              <a:defRPr sz="5100"/>
            </a:lvl6pPr>
            <a:lvl7pPr>
              <a:defRPr sz="5100"/>
            </a:lvl7pPr>
            <a:lvl8pPr>
              <a:defRPr sz="5100"/>
            </a:lvl8pPr>
            <a:lvl9pPr>
              <a:defRPr sz="5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99E66E3B-499A-DEF8-7499-22A96DBFC073}"/>
              </a:ext>
            </a:extLst>
          </p:cNvPr>
          <p:cNvSpPr>
            <a:spLocks noGrp="1"/>
          </p:cNvSpPr>
          <p:nvPr>
            <p:ph type="dt" sz="half" idx="10"/>
          </p:nvPr>
        </p:nvSpPr>
        <p:spPr/>
        <p:txBody>
          <a:bodyPr/>
          <a:lstStyle>
            <a:lvl1pPr>
              <a:defRPr/>
            </a:lvl1pPr>
          </a:lstStyle>
          <a:p>
            <a:pPr>
              <a:defRPr/>
            </a:pPr>
            <a:fld id="{B6FFD3E7-5922-464F-9274-69AB129E9CA9}" type="datetimeFigureOut">
              <a:rPr lang="en-US"/>
              <a:pPr>
                <a:defRPr/>
              </a:pPr>
              <a:t>5/13/26</a:t>
            </a:fld>
            <a:endParaRPr lang="en-US"/>
          </a:p>
        </p:txBody>
      </p:sp>
      <p:sp>
        <p:nvSpPr>
          <p:cNvPr id="8" name="Footer Placeholder 4">
            <a:extLst>
              <a:ext uri="{FF2B5EF4-FFF2-40B4-BE49-F238E27FC236}">
                <a16:creationId xmlns:a16="http://schemas.microsoft.com/office/drawing/2014/main" id="{F3F1F348-920C-2E82-67B0-9B86F793091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04F4E53-BAE6-FA0C-D093-582AAE857B53}"/>
              </a:ext>
            </a:extLst>
          </p:cNvPr>
          <p:cNvSpPr>
            <a:spLocks noGrp="1"/>
          </p:cNvSpPr>
          <p:nvPr>
            <p:ph type="sldNum" sz="quarter" idx="12"/>
          </p:nvPr>
        </p:nvSpPr>
        <p:spPr/>
        <p:txBody>
          <a:bodyPr/>
          <a:lstStyle>
            <a:lvl1pPr>
              <a:defRPr/>
            </a:lvl1pPr>
          </a:lstStyle>
          <a:p>
            <a:fld id="{E5A82006-51D2-8D42-8EFB-C3A24BE95EBE}" type="slidenum">
              <a:rPr lang="en-US" altLang="tr-TR"/>
              <a:pPr/>
              <a:t>‹#›</a:t>
            </a:fld>
            <a:endParaRPr lang="en-US" altLang="tr-TR"/>
          </a:p>
        </p:txBody>
      </p:sp>
    </p:spTree>
    <p:extLst>
      <p:ext uri="{BB962C8B-B14F-4D97-AF65-F5344CB8AC3E}">
        <p14:creationId xmlns:p14="http://schemas.microsoft.com/office/powerpoint/2010/main" val="2360363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6D6ACB3-D42F-5E9F-A6C8-CBB3B4FF5C56}"/>
              </a:ext>
            </a:extLst>
          </p:cNvPr>
          <p:cNvSpPr>
            <a:spLocks noGrp="1"/>
          </p:cNvSpPr>
          <p:nvPr>
            <p:ph type="dt" sz="half" idx="10"/>
          </p:nvPr>
        </p:nvSpPr>
        <p:spPr/>
        <p:txBody>
          <a:bodyPr/>
          <a:lstStyle>
            <a:lvl1pPr>
              <a:defRPr/>
            </a:lvl1pPr>
          </a:lstStyle>
          <a:p>
            <a:pPr>
              <a:defRPr/>
            </a:pPr>
            <a:fld id="{1731F9C3-652C-A842-A154-D9220545A43D}" type="datetimeFigureOut">
              <a:rPr lang="en-US"/>
              <a:pPr>
                <a:defRPr/>
              </a:pPr>
              <a:t>5/13/26</a:t>
            </a:fld>
            <a:endParaRPr lang="en-US"/>
          </a:p>
        </p:txBody>
      </p:sp>
      <p:sp>
        <p:nvSpPr>
          <p:cNvPr id="4" name="Footer Placeholder 4">
            <a:extLst>
              <a:ext uri="{FF2B5EF4-FFF2-40B4-BE49-F238E27FC236}">
                <a16:creationId xmlns:a16="http://schemas.microsoft.com/office/drawing/2014/main" id="{2B91942D-7069-EC6C-6198-B8A16C08ACC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FADB47B-1765-481B-9583-42E0C8D0EDC2}"/>
              </a:ext>
            </a:extLst>
          </p:cNvPr>
          <p:cNvSpPr>
            <a:spLocks noGrp="1"/>
          </p:cNvSpPr>
          <p:nvPr>
            <p:ph type="sldNum" sz="quarter" idx="12"/>
          </p:nvPr>
        </p:nvSpPr>
        <p:spPr/>
        <p:txBody>
          <a:bodyPr/>
          <a:lstStyle>
            <a:lvl1pPr>
              <a:defRPr/>
            </a:lvl1pPr>
          </a:lstStyle>
          <a:p>
            <a:fld id="{44F87F39-BAF0-A34B-A9B1-2E15008B425A}" type="slidenum">
              <a:rPr lang="en-US" altLang="tr-TR"/>
              <a:pPr/>
              <a:t>‹#›</a:t>
            </a:fld>
            <a:endParaRPr lang="en-US" altLang="tr-TR"/>
          </a:p>
        </p:txBody>
      </p:sp>
    </p:spTree>
    <p:extLst>
      <p:ext uri="{BB962C8B-B14F-4D97-AF65-F5344CB8AC3E}">
        <p14:creationId xmlns:p14="http://schemas.microsoft.com/office/powerpoint/2010/main" val="136164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7CE29D8-9CC1-6090-26DE-BFCFEA614B9A}"/>
              </a:ext>
            </a:extLst>
          </p:cNvPr>
          <p:cNvSpPr>
            <a:spLocks noGrp="1"/>
          </p:cNvSpPr>
          <p:nvPr>
            <p:ph type="dt" sz="half" idx="10"/>
          </p:nvPr>
        </p:nvSpPr>
        <p:spPr/>
        <p:txBody>
          <a:bodyPr/>
          <a:lstStyle>
            <a:lvl1pPr>
              <a:defRPr/>
            </a:lvl1pPr>
          </a:lstStyle>
          <a:p>
            <a:pPr>
              <a:defRPr/>
            </a:pPr>
            <a:fld id="{970D3AD1-B783-BA44-A40D-CA86B5BC3C1F}" type="datetimeFigureOut">
              <a:rPr lang="en-US"/>
              <a:pPr>
                <a:defRPr/>
              </a:pPr>
              <a:t>5/13/26</a:t>
            </a:fld>
            <a:endParaRPr lang="en-US"/>
          </a:p>
        </p:txBody>
      </p:sp>
      <p:sp>
        <p:nvSpPr>
          <p:cNvPr id="3" name="Footer Placeholder 4">
            <a:extLst>
              <a:ext uri="{FF2B5EF4-FFF2-40B4-BE49-F238E27FC236}">
                <a16:creationId xmlns:a16="http://schemas.microsoft.com/office/drawing/2014/main" id="{8F8423E1-2BD1-37E7-FAF9-6F97E195AB2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8632572-74D4-E5E9-F149-1F849C9A623A}"/>
              </a:ext>
            </a:extLst>
          </p:cNvPr>
          <p:cNvSpPr>
            <a:spLocks noGrp="1"/>
          </p:cNvSpPr>
          <p:nvPr>
            <p:ph type="sldNum" sz="quarter" idx="12"/>
          </p:nvPr>
        </p:nvSpPr>
        <p:spPr/>
        <p:txBody>
          <a:bodyPr/>
          <a:lstStyle>
            <a:lvl1pPr>
              <a:defRPr/>
            </a:lvl1pPr>
          </a:lstStyle>
          <a:p>
            <a:fld id="{9BD03184-A6DB-2D4C-83A0-9CA000C8961D}" type="slidenum">
              <a:rPr lang="en-US" altLang="tr-TR"/>
              <a:pPr/>
              <a:t>‹#›</a:t>
            </a:fld>
            <a:endParaRPr lang="en-US" altLang="tr-TR"/>
          </a:p>
        </p:txBody>
      </p:sp>
    </p:spTree>
    <p:extLst>
      <p:ext uri="{BB962C8B-B14F-4D97-AF65-F5344CB8AC3E}">
        <p14:creationId xmlns:p14="http://schemas.microsoft.com/office/powerpoint/2010/main" val="1090316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56" y="1204139"/>
            <a:ext cx="7036110" cy="5124586"/>
          </a:xfrm>
        </p:spPr>
        <p:txBody>
          <a:bodyPr anchor="b"/>
          <a:lstStyle>
            <a:lvl1pPr algn="l">
              <a:defRPr sz="6400" b="1"/>
            </a:lvl1pPr>
          </a:lstStyle>
          <a:p>
            <a:r>
              <a:rPr lang="en-US"/>
              <a:t>Click to edit Master title style</a:t>
            </a:r>
          </a:p>
        </p:txBody>
      </p:sp>
      <p:sp>
        <p:nvSpPr>
          <p:cNvPr id="3" name="Content Placeholder 2"/>
          <p:cNvSpPr>
            <a:spLocks noGrp="1"/>
          </p:cNvSpPr>
          <p:nvPr>
            <p:ph idx="1"/>
          </p:nvPr>
        </p:nvSpPr>
        <p:spPr>
          <a:xfrm>
            <a:off x="8361646" y="1204147"/>
            <a:ext cx="11955815" cy="25811957"/>
          </a:xfrm>
        </p:spPr>
        <p:txBody>
          <a:bodyPr/>
          <a:lstStyle>
            <a:lvl1pPr>
              <a:defRPr sz="10400"/>
            </a:lvl1pPr>
            <a:lvl2pPr>
              <a:defRPr sz="9000"/>
            </a:lvl2pPr>
            <a:lvl3pPr>
              <a:defRPr sz="770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69356" y="6328733"/>
            <a:ext cx="7036110" cy="20687371"/>
          </a:xfrm>
        </p:spPr>
        <p:txBody>
          <a:bodyPr/>
          <a:lstStyle>
            <a:lvl1pPr marL="0" indent="0">
              <a:buNone/>
              <a:defRPr sz="4500"/>
            </a:lvl1pPr>
            <a:lvl2pPr marL="1472540" indent="0">
              <a:buNone/>
              <a:defRPr sz="3800"/>
            </a:lvl2pPr>
            <a:lvl3pPr marL="2945079" indent="0">
              <a:buNone/>
              <a:defRPr sz="3300"/>
            </a:lvl3pPr>
            <a:lvl4pPr marL="4417616" indent="0">
              <a:buNone/>
              <a:defRPr sz="2900"/>
            </a:lvl4pPr>
            <a:lvl5pPr marL="5890159" indent="0">
              <a:buNone/>
              <a:defRPr sz="2900"/>
            </a:lvl5pPr>
            <a:lvl6pPr marL="7362698" indent="0">
              <a:buNone/>
              <a:defRPr sz="2900"/>
            </a:lvl6pPr>
            <a:lvl7pPr marL="8835238" indent="0">
              <a:buNone/>
              <a:defRPr sz="2900"/>
            </a:lvl7pPr>
            <a:lvl8pPr marL="10307781" indent="0">
              <a:buNone/>
              <a:defRPr sz="2900"/>
            </a:lvl8pPr>
            <a:lvl9pPr marL="11780318" indent="0">
              <a:buNone/>
              <a:defRPr sz="2900"/>
            </a:lvl9pPr>
          </a:lstStyle>
          <a:p>
            <a:pPr lvl="0"/>
            <a:r>
              <a:rPr lang="en-US"/>
              <a:t>Click to edit Master text styles</a:t>
            </a:r>
          </a:p>
        </p:txBody>
      </p:sp>
      <p:sp>
        <p:nvSpPr>
          <p:cNvPr id="5" name="Date Placeholder 3">
            <a:extLst>
              <a:ext uri="{FF2B5EF4-FFF2-40B4-BE49-F238E27FC236}">
                <a16:creationId xmlns:a16="http://schemas.microsoft.com/office/drawing/2014/main" id="{0E1E9A88-C1DA-2D07-2D25-43DD85CBF9F7}"/>
              </a:ext>
            </a:extLst>
          </p:cNvPr>
          <p:cNvSpPr>
            <a:spLocks noGrp="1"/>
          </p:cNvSpPr>
          <p:nvPr>
            <p:ph type="dt" sz="half" idx="10"/>
          </p:nvPr>
        </p:nvSpPr>
        <p:spPr/>
        <p:txBody>
          <a:bodyPr/>
          <a:lstStyle>
            <a:lvl1pPr>
              <a:defRPr/>
            </a:lvl1pPr>
          </a:lstStyle>
          <a:p>
            <a:pPr>
              <a:defRPr/>
            </a:pPr>
            <a:fld id="{D44F60C0-B43C-D140-8069-46E4619D8C2E}" type="datetimeFigureOut">
              <a:rPr lang="en-US"/>
              <a:pPr>
                <a:defRPr/>
              </a:pPr>
              <a:t>5/13/26</a:t>
            </a:fld>
            <a:endParaRPr lang="en-US"/>
          </a:p>
        </p:txBody>
      </p:sp>
      <p:sp>
        <p:nvSpPr>
          <p:cNvPr id="6" name="Footer Placeholder 4">
            <a:extLst>
              <a:ext uri="{FF2B5EF4-FFF2-40B4-BE49-F238E27FC236}">
                <a16:creationId xmlns:a16="http://schemas.microsoft.com/office/drawing/2014/main" id="{D01F9F2B-F916-F85C-D22B-1BB9ED9649F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DDA1439-E49F-73FC-4817-D765183194FC}"/>
              </a:ext>
            </a:extLst>
          </p:cNvPr>
          <p:cNvSpPr>
            <a:spLocks noGrp="1"/>
          </p:cNvSpPr>
          <p:nvPr>
            <p:ph type="sldNum" sz="quarter" idx="12"/>
          </p:nvPr>
        </p:nvSpPr>
        <p:spPr/>
        <p:txBody>
          <a:bodyPr/>
          <a:lstStyle>
            <a:lvl1pPr>
              <a:defRPr/>
            </a:lvl1pPr>
          </a:lstStyle>
          <a:p>
            <a:fld id="{EAA44C58-1ECF-F44D-A4F9-F04308D03B9C}" type="slidenum">
              <a:rPr lang="en-US" altLang="tr-TR"/>
              <a:pPr/>
              <a:t>‹#›</a:t>
            </a:fld>
            <a:endParaRPr lang="en-US" altLang="tr-TR"/>
          </a:p>
        </p:txBody>
      </p:sp>
    </p:spTree>
    <p:extLst>
      <p:ext uri="{BB962C8B-B14F-4D97-AF65-F5344CB8AC3E}">
        <p14:creationId xmlns:p14="http://schemas.microsoft.com/office/powerpoint/2010/main" val="1833282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963" y="21170425"/>
            <a:ext cx="12832080" cy="2499288"/>
          </a:xfrm>
        </p:spPr>
        <p:txBody>
          <a:bodyPr anchor="b"/>
          <a:lstStyle>
            <a:lvl1pPr algn="l">
              <a:defRPr sz="6400" b="1"/>
            </a:lvl1pPr>
          </a:lstStyle>
          <a:p>
            <a:r>
              <a:rPr lang="en-US"/>
              <a:t>Click to edit Master title style</a:t>
            </a:r>
          </a:p>
        </p:txBody>
      </p:sp>
      <p:sp>
        <p:nvSpPr>
          <p:cNvPr id="3" name="Picture Placeholder 2"/>
          <p:cNvSpPr>
            <a:spLocks noGrp="1"/>
          </p:cNvSpPr>
          <p:nvPr>
            <p:ph type="pic" idx="1"/>
          </p:nvPr>
        </p:nvSpPr>
        <p:spPr>
          <a:xfrm>
            <a:off x="4191963" y="2702309"/>
            <a:ext cx="12832080" cy="18146078"/>
          </a:xfrm>
        </p:spPr>
        <p:txBody>
          <a:bodyPr rtlCol="0">
            <a:normAutofit/>
          </a:bodyPr>
          <a:lstStyle>
            <a:lvl1pPr marL="0" indent="0">
              <a:buNone/>
              <a:defRPr sz="10400"/>
            </a:lvl1pPr>
            <a:lvl2pPr marL="1472540" indent="0">
              <a:buNone/>
              <a:defRPr sz="9000"/>
            </a:lvl2pPr>
            <a:lvl3pPr marL="2945079" indent="0">
              <a:buNone/>
              <a:defRPr sz="7700"/>
            </a:lvl3pPr>
            <a:lvl4pPr marL="4417616" indent="0">
              <a:buNone/>
              <a:defRPr sz="6400"/>
            </a:lvl4pPr>
            <a:lvl5pPr marL="5890159" indent="0">
              <a:buNone/>
              <a:defRPr sz="6400"/>
            </a:lvl5pPr>
            <a:lvl6pPr marL="7362698" indent="0">
              <a:buNone/>
              <a:defRPr sz="6400"/>
            </a:lvl6pPr>
            <a:lvl7pPr marL="8835238" indent="0">
              <a:buNone/>
              <a:defRPr sz="6400"/>
            </a:lvl7pPr>
            <a:lvl8pPr marL="10307781" indent="0">
              <a:buNone/>
              <a:defRPr sz="6400"/>
            </a:lvl8pPr>
            <a:lvl9pPr marL="11780318" indent="0">
              <a:buNone/>
              <a:defRPr sz="6400"/>
            </a:lvl9pPr>
          </a:lstStyle>
          <a:p>
            <a:pPr lvl="0"/>
            <a:endParaRPr lang="en-US" noProof="0"/>
          </a:p>
        </p:txBody>
      </p:sp>
      <p:sp>
        <p:nvSpPr>
          <p:cNvPr id="4" name="Text Placeholder 3"/>
          <p:cNvSpPr>
            <a:spLocks noGrp="1"/>
          </p:cNvSpPr>
          <p:nvPr>
            <p:ph type="body" sz="half" idx="2"/>
          </p:nvPr>
        </p:nvSpPr>
        <p:spPr>
          <a:xfrm>
            <a:off x="4191963" y="23669713"/>
            <a:ext cx="12832080" cy="3549404"/>
          </a:xfrm>
        </p:spPr>
        <p:txBody>
          <a:bodyPr/>
          <a:lstStyle>
            <a:lvl1pPr marL="0" indent="0">
              <a:buNone/>
              <a:defRPr sz="4500"/>
            </a:lvl1pPr>
            <a:lvl2pPr marL="1472540" indent="0">
              <a:buNone/>
              <a:defRPr sz="3800"/>
            </a:lvl2pPr>
            <a:lvl3pPr marL="2945079" indent="0">
              <a:buNone/>
              <a:defRPr sz="3300"/>
            </a:lvl3pPr>
            <a:lvl4pPr marL="4417616" indent="0">
              <a:buNone/>
              <a:defRPr sz="2900"/>
            </a:lvl4pPr>
            <a:lvl5pPr marL="5890159" indent="0">
              <a:buNone/>
              <a:defRPr sz="2900"/>
            </a:lvl5pPr>
            <a:lvl6pPr marL="7362698" indent="0">
              <a:buNone/>
              <a:defRPr sz="2900"/>
            </a:lvl6pPr>
            <a:lvl7pPr marL="8835238" indent="0">
              <a:buNone/>
              <a:defRPr sz="2900"/>
            </a:lvl7pPr>
            <a:lvl8pPr marL="10307781" indent="0">
              <a:buNone/>
              <a:defRPr sz="2900"/>
            </a:lvl8pPr>
            <a:lvl9pPr marL="11780318" indent="0">
              <a:buNone/>
              <a:defRPr sz="2900"/>
            </a:lvl9pPr>
          </a:lstStyle>
          <a:p>
            <a:pPr lvl="0"/>
            <a:r>
              <a:rPr lang="en-US"/>
              <a:t>Click to edit Master text styles</a:t>
            </a:r>
          </a:p>
        </p:txBody>
      </p:sp>
      <p:sp>
        <p:nvSpPr>
          <p:cNvPr id="5" name="Date Placeholder 3">
            <a:extLst>
              <a:ext uri="{FF2B5EF4-FFF2-40B4-BE49-F238E27FC236}">
                <a16:creationId xmlns:a16="http://schemas.microsoft.com/office/drawing/2014/main" id="{5807B0A6-0242-1A76-32BF-18898E411C0C}"/>
              </a:ext>
            </a:extLst>
          </p:cNvPr>
          <p:cNvSpPr>
            <a:spLocks noGrp="1"/>
          </p:cNvSpPr>
          <p:nvPr>
            <p:ph type="dt" sz="half" idx="10"/>
          </p:nvPr>
        </p:nvSpPr>
        <p:spPr/>
        <p:txBody>
          <a:bodyPr/>
          <a:lstStyle>
            <a:lvl1pPr>
              <a:defRPr/>
            </a:lvl1pPr>
          </a:lstStyle>
          <a:p>
            <a:pPr>
              <a:defRPr/>
            </a:pPr>
            <a:fld id="{CB66CF22-28A9-624B-B9C2-EEFA789659B1}" type="datetimeFigureOut">
              <a:rPr lang="en-US"/>
              <a:pPr>
                <a:defRPr/>
              </a:pPr>
              <a:t>5/13/26</a:t>
            </a:fld>
            <a:endParaRPr lang="en-US"/>
          </a:p>
        </p:txBody>
      </p:sp>
      <p:sp>
        <p:nvSpPr>
          <p:cNvPr id="6" name="Footer Placeholder 4">
            <a:extLst>
              <a:ext uri="{FF2B5EF4-FFF2-40B4-BE49-F238E27FC236}">
                <a16:creationId xmlns:a16="http://schemas.microsoft.com/office/drawing/2014/main" id="{46342D9A-1A2E-1E30-3C11-64FC60CD166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597A821-0D76-9587-551C-C8765EDD7DDC}"/>
              </a:ext>
            </a:extLst>
          </p:cNvPr>
          <p:cNvSpPr>
            <a:spLocks noGrp="1"/>
          </p:cNvSpPr>
          <p:nvPr>
            <p:ph type="sldNum" sz="quarter" idx="12"/>
          </p:nvPr>
        </p:nvSpPr>
        <p:spPr/>
        <p:txBody>
          <a:bodyPr/>
          <a:lstStyle>
            <a:lvl1pPr>
              <a:defRPr/>
            </a:lvl1pPr>
          </a:lstStyle>
          <a:p>
            <a:fld id="{FECF955F-093B-1747-B71A-36793BE385F3}" type="slidenum">
              <a:rPr lang="en-US" altLang="tr-TR"/>
              <a:pPr/>
              <a:t>‹#›</a:t>
            </a:fld>
            <a:endParaRPr lang="en-US" altLang="tr-TR"/>
          </a:p>
        </p:txBody>
      </p:sp>
    </p:spTree>
    <p:extLst>
      <p:ext uri="{BB962C8B-B14F-4D97-AF65-F5344CB8AC3E}">
        <p14:creationId xmlns:p14="http://schemas.microsoft.com/office/powerpoint/2010/main" val="3488027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7F9DD7-402A-EDA1-9351-B0435064D454}"/>
              </a:ext>
            </a:extLst>
          </p:cNvPr>
          <p:cNvSpPr>
            <a:spLocks noGrp="1"/>
          </p:cNvSpPr>
          <p:nvPr>
            <p:ph type="dt" sz="half" idx="10"/>
          </p:nvPr>
        </p:nvSpPr>
        <p:spPr/>
        <p:txBody>
          <a:bodyPr/>
          <a:lstStyle>
            <a:lvl1pPr>
              <a:defRPr/>
            </a:lvl1pPr>
          </a:lstStyle>
          <a:p>
            <a:pPr>
              <a:defRPr/>
            </a:pPr>
            <a:fld id="{FBC54377-5E62-5945-AA8C-F344DAF477A4}" type="datetimeFigureOut">
              <a:rPr lang="en-US"/>
              <a:pPr>
                <a:defRPr/>
              </a:pPr>
              <a:t>5/13/26</a:t>
            </a:fld>
            <a:endParaRPr lang="en-US"/>
          </a:p>
        </p:txBody>
      </p:sp>
      <p:sp>
        <p:nvSpPr>
          <p:cNvPr id="5" name="Footer Placeholder 4">
            <a:extLst>
              <a:ext uri="{FF2B5EF4-FFF2-40B4-BE49-F238E27FC236}">
                <a16:creationId xmlns:a16="http://schemas.microsoft.com/office/drawing/2014/main" id="{8B4C2CF0-7A2B-2472-7B97-BEE10524E31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3B62B2D-59C1-E212-1293-69A27B203F90}"/>
              </a:ext>
            </a:extLst>
          </p:cNvPr>
          <p:cNvSpPr>
            <a:spLocks noGrp="1"/>
          </p:cNvSpPr>
          <p:nvPr>
            <p:ph type="sldNum" sz="quarter" idx="12"/>
          </p:nvPr>
        </p:nvSpPr>
        <p:spPr/>
        <p:txBody>
          <a:bodyPr/>
          <a:lstStyle>
            <a:lvl1pPr>
              <a:defRPr/>
            </a:lvl1pPr>
          </a:lstStyle>
          <a:p>
            <a:fld id="{32C03A38-E79F-4649-867D-177E8C9414EF}" type="slidenum">
              <a:rPr lang="en-US" altLang="tr-TR"/>
              <a:pPr/>
              <a:t>‹#›</a:t>
            </a:fld>
            <a:endParaRPr lang="en-US" altLang="tr-TR"/>
          </a:p>
        </p:txBody>
      </p:sp>
    </p:spTree>
    <p:extLst>
      <p:ext uri="{BB962C8B-B14F-4D97-AF65-F5344CB8AC3E}">
        <p14:creationId xmlns:p14="http://schemas.microsoft.com/office/powerpoint/2010/main" val="3352703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22065" y="5810667"/>
            <a:ext cx="20209782" cy="12386518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92714" y="5810667"/>
            <a:ext cx="60272905" cy="1238651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BD7810-96A6-48D8-EDED-9AAD12F69153}"/>
              </a:ext>
            </a:extLst>
          </p:cNvPr>
          <p:cNvSpPr>
            <a:spLocks noGrp="1"/>
          </p:cNvSpPr>
          <p:nvPr>
            <p:ph type="dt" sz="half" idx="10"/>
          </p:nvPr>
        </p:nvSpPr>
        <p:spPr/>
        <p:txBody>
          <a:bodyPr/>
          <a:lstStyle>
            <a:lvl1pPr>
              <a:defRPr/>
            </a:lvl1pPr>
          </a:lstStyle>
          <a:p>
            <a:pPr>
              <a:defRPr/>
            </a:pPr>
            <a:fld id="{77C39D5E-0967-4044-9238-7F03A1619DCD}" type="datetimeFigureOut">
              <a:rPr lang="en-US"/>
              <a:pPr>
                <a:defRPr/>
              </a:pPr>
              <a:t>5/13/26</a:t>
            </a:fld>
            <a:endParaRPr lang="en-US"/>
          </a:p>
        </p:txBody>
      </p:sp>
      <p:sp>
        <p:nvSpPr>
          <p:cNvPr id="5" name="Footer Placeholder 4">
            <a:extLst>
              <a:ext uri="{FF2B5EF4-FFF2-40B4-BE49-F238E27FC236}">
                <a16:creationId xmlns:a16="http://schemas.microsoft.com/office/drawing/2014/main" id="{3949682F-84F9-0466-97F3-56CAB6FB0A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924693E-0BBC-AF0D-DE10-F111F634AAE5}"/>
              </a:ext>
            </a:extLst>
          </p:cNvPr>
          <p:cNvSpPr>
            <a:spLocks noGrp="1"/>
          </p:cNvSpPr>
          <p:nvPr>
            <p:ph type="sldNum" sz="quarter" idx="12"/>
          </p:nvPr>
        </p:nvSpPr>
        <p:spPr/>
        <p:txBody>
          <a:bodyPr/>
          <a:lstStyle>
            <a:lvl1pPr>
              <a:defRPr/>
            </a:lvl1pPr>
          </a:lstStyle>
          <a:p>
            <a:fld id="{334BA005-095A-8540-A5C1-1826F0B691CF}" type="slidenum">
              <a:rPr lang="en-US" altLang="tr-TR"/>
              <a:pPr/>
              <a:t>‹#›</a:t>
            </a:fld>
            <a:endParaRPr lang="en-US" altLang="tr-TR"/>
          </a:p>
        </p:txBody>
      </p:sp>
    </p:spTree>
    <p:extLst>
      <p:ext uri="{BB962C8B-B14F-4D97-AF65-F5344CB8AC3E}">
        <p14:creationId xmlns:p14="http://schemas.microsoft.com/office/powerpoint/2010/main" val="9144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2365E8E-D323-3113-CA23-B2929BB1528D}"/>
              </a:ext>
            </a:extLst>
          </p:cNvPr>
          <p:cNvSpPr>
            <a:spLocks noGrp="1"/>
          </p:cNvSpPr>
          <p:nvPr>
            <p:ph type="title"/>
          </p:nvPr>
        </p:nvSpPr>
        <p:spPr bwMode="auto">
          <a:xfrm>
            <a:off x="1069975" y="1211263"/>
            <a:ext cx="19246850"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94506" tIns="147263" rIns="294506" bIns="147263" numCol="1" anchor="ctr" anchorCtr="0" compatLnSpc="1">
            <a:prstTxWarp prst="textNoShape">
              <a:avLst/>
            </a:prstTxWarp>
          </a:bodyPr>
          <a:lstStyle/>
          <a:p>
            <a:pPr lvl="0"/>
            <a:r>
              <a:rPr lang="en-US" altLang="tr-TR"/>
              <a:t>Click to edit Master title style</a:t>
            </a:r>
          </a:p>
        </p:txBody>
      </p:sp>
      <p:sp>
        <p:nvSpPr>
          <p:cNvPr id="1027" name="Text Placeholder 2">
            <a:extLst>
              <a:ext uri="{FF2B5EF4-FFF2-40B4-BE49-F238E27FC236}">
                <a16:creationId xmlns:a16="http://schemas.microsoft.com/office/drawing/2014/main" id="{794C9241-C848-2434-1B21-145DB9E37206}"/>
              </a:ext>
            </a:extLst>
          </p:cNvPr>
          <p:cNvSpPr>
            <a:spLocks noGrp="1"/>
          </p:cNvSpPr>
          <p:nvPr>
            <p:ph type="body" idx="1"/>
          </p:nvPr>
        </p:nvSpPr>
        <p:spPr bwMode="auto">
          <a:xfrm>
            <a:off x="1069975" y="7056438"/>
            <a:ext cx="19246850" cy="1995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94506" tIns="147263" rIns="294506" bIns="147263"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4" name="Date Placeholder 3">
            <a:extLst>
              <a:ext uri="{FF2B5EF4-FFF2-40B4-BE49-F238E27FC236}">
                <a16:creationId xmlns:a16="http://schemas.microsoft.com/office/drawing/2014/main" id="{F1752534-AA76-054C-AA09-82937D69D4D4}"/>
              </a:ext>
            </a:extLst>
          </p:cNvPr>
          <p:cNvSpPr>
            <a:spLocks noGrp="1"/>
          </p:cNvSpPr>
          <p:nvPr>
            <p:ph type="dt" sz="half" idx="2"/>
          </p:nvPr>
        </p:nvSpPr>
        <p:spPr>
          <a:xfrm>
            <a:off x="1069975" y="28030488"/>
            <a:ext cx="4989513" cy="1611312"/>
          </a:xfrm>
          <a:prstGeom prst="rect">
            <a:avLst/>
          </a:prstGeom>
        </p:spPr>
        <p:txBody>
          <a:bodyPr vert="horz" lIns="294506" tIns="147263" rIns="294506" bIns="147263" rtlCol="0" anchor="ctr"/>
          <a:lstStyle>
            <a:lvl1pPr algn="l" defTabSz="2949096" eaLnBrk="1" fontAlgn="auto" hangingPunct="1">
              <a:spcBef>
                <a:spcPts val="0"/>
              </a:spcBef>
              <a:spcAft>
                <a:spcPts val="0"/>
              </a:spcAft>
              <a:defRPr sz="3800">
                <a:solidFill>
                  <a:schemeClr val="tx1">
                    <a:tint val="75000"/>
                  </a:schemeClr>
                </a:solidFill>
                <a:latin typeface="+mn-lt"/>
                <a:cs typeface="+mn-cs"/>
              </a:defRPr>
            </a:lvl1pPr>
          </a:lstStyle>
          <a:p>
            <a:pPr>
              <a:defRPr/>
            </a:pPr>
            <a:fld id="{F9EB0865-6115-3E4B-9825-2C4EAFA19BED}" type="datetimeFigureOut">
              <a:rPr lang="en-US"/>
              <a:pPr>
                <a:defRPr/>
              </a:pPr>
              <a:t>5/13/26</a:t>
            </a:fld>
            <a:endParaRPr lang="en-US"/>
          </a:p>
        </p:txBody>
      </p:sp>
      <p:sp>
        <p:nvSpPr>
          <p:cNvPr id="5" name="Footer Placeholder 4">
            <a:extLst>
              <a:ext uri="{FF2B5EF4-FFF2-40B4-BE49-F238E27FC236}">
                <a16:creationId xmlns:a16="http://schemas.microsoft.com/office/drawing/2014/main" id="{B4F40E3E-A448-6D42-9476-AE1924FC390C}"/>
              </a:ext>
            </a:extLst>
          </p:cNvPr>
          <p:cNvSpPr>
            <a:spLocks noGrp="1"/>
          </p:cNvSpPr>
          <p:nvPr>
            <p:ph type="ftr" sz="quarter" idx="3"/>
          </p:nvPr>
        </p:nvSpPr>
        <p:spPr>
          <a:xfrm>
            <a:off x="7307263" y="28030488"/>
            <a:ext cx="6772275" cy="1611312"/>
          </a:xfrm>
          <a:prstGeom prst="rect">
            <a:avLst/>
          </a:prstGeom>
        </p:spPr>
        <p:txBody>
          <a:bodyPr vert="horz" lIns="294506" tIns="147263" rIns="294506" bIns="147263" rtlCol="0" anchor="ctr"/>
          <a:lstStyle>
            <a:lvl1pPr algn="ctr" defTabSz="2949096" eaLnBrk="1" fontAlgn="auto" hangingPunct="1">
              <a:spcBef>
                <a:spcPts val="0"/>
              </a:spcBef>
              <a:spcAft>
                <a:spcPts val="0"/>
              </a:spcAft>
              <a:defRPr sz="38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4C099DAE-1B74-3044-BD38-65EADEDE4C0A}"/>
              </a:ext>
            </a:extLst>
          </p:cNvPr>
          <p:cNvSpPr>
            <a:spLocks noGrp="1"/>
          </p:cNvSpPr>
          <p:nvPr>
            <p:ph type="sldNum" sz="quarter" idx="4"/>
          </p:nvPr>
        </p:nvSpPr>
        <p:spPr>
          <a:xfrm>
            <a:off x="15327313" y="28030488"/>
            <a:ext cx="4989512" cy="1611312"/>
          </a:xfrm>
          <a:prstGeom prst="rect">
            <a:avLst/>
          </a:prstGeom>
        </p:spPr>
        <p:txBody>
          <a:bodyPr vert="horz" wrap="square" lIns="294506" tIns="147263" rIns="294506" bIns="147263" numCol="1" anchor="ctr" anchorCtr="0" compatLnSpc="1">
            <a:prstTxWarp prst="textNoShape">
              <a:avLst/>
            </a:prstTxWarp>
          </a:bodyPr>
          <a:lstStyle>
            <a:lvl1pPr algn="r" eaLnBrk="1" hangingPunct="1">
              <a:defRPr sz="3800">
                <a:solidFill>
                  <a:srgbClr val="898989"/>
                </a:solidFill>
              </a:defRPr>
            </a:lvl1pPr>
          </a:lstStyle>
          <a:p>
            <a:fld id="{654AB303-DFBF-7442-975C-28F72CB278DE}" type="slidenum">
              <a:rPr lang="en-US" altLang="tr-TR"/>
              <a:pPr/>
              <a:t>‹#›</a:t>
            </a:fld>
            <a:endParaRPr lang="en-US" altLang="tr-TR"/>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2944813" rtl="0" eaLnBrk="0" fontAlgn="base" hangingPunct="0">
        <a:spcBef>
          <a:spcPct val="0"/>
        </a:spcBef>
        <a:spcAft>
          <a:spcPct val="0"/>
        </a:spcAft>
        <a:defRPr sz="14200" kern="1200">
          <a:solidFill>
            <a:schemeClr val="tx1"/>
          </a:solidFill>
          <a:latin typeface="+mj-lt"/>
          <a:ea typeface="+mj-ea"/>
          <a:cs typeface="+mj-cs"/>
        </a:defRPr>
      </a:lvl1pPr>
      <a:lvl2pPr algn="ctr" defTabSz="2944813" rtl="0" eaLnBrk="0" fontAlgn="base" hangingPunct="0">
        <a:spcBef>
          <a:spcPct val="0"/>
        </a:spcBef>
        <a:spcAft>
          <a:spcPct val="0"/>
        </a:spcAft>
        <a:defRPr sz="14200">
          <a:solidFill>
            <a:schemeClr val="tx1"/>
          </a:solidFill>
          <a:latin typeface="Calibri" pitchFamily="34" charset="0"/>
        </a:defRPr>
      </a:lvl2pPr>
      <a:lvl3pPr algn="ctr" defTabSz="2944813" rtl="0" eaLnBrk="0" fontAlgn="base" hangingPunct="0">
        <a:spcBef>
          <a:spcPct val="0"/>
        </a:spcBef>
        <a:spcAft>
          <a:spcPct val="0"/>
        </a:spcAft>
        <a:defRPr sz="14200">
          <a:solidFill>
            <a:schemeClr val="tx1"/>
          </a:solidFill>
          <a:latin typeface="Calibri" pitchFamily="34" charset="0"/>
        </a:defRPr>
      </a:lvl3pPr>
      <a:lvl4pPr algn="ctr" defTabSz="2944813" rtl="0" eaLnBrk="0" fontAlgn="base" hangingPunct="0">
        <a:spcBef>
          <a:spcPct val="0"/>
        </a:spcBef>
        <a:spcAft>
          <a:spcPct val="0"/>
        </a:spcAft>
        <a:defRPr sz="14200">
          <a:solidFill>
            <a:schemeClr val="tx1"/>
          </a:solidFill>
          <a:latin typeface="Calibri" pitchFamily="34" charset="0"/>
        </a:defRPr>
      </a:lvl4pPr>
      <a:lvl5pPr algn="ctr" defTabSz="2944813" rtl="0" eaLnBrk="0" fontAlgn="base" hangingPunct="0">
        <a:spcBef>
          <a:spcPct val="0"/>
        </a:spcBef>
        <a:spcAft>
          <a:spcPct val="0"/>
        </a:spcAft>
        <a:defRPr sz="14200">
          <a:solidFill>
            <a:schemeClr val="tx1"/>
          </a:solidFill>
          <a:latin typeface="Calibri" pitchFamily="34" charset="0"/>
        </a:defRPr>
      </a:lvl5pPr>
      <a:lvl6pPr marL="457200" algn="ctr" defTabSz="2944813" rtl="0" fontAlgn="base">
        <a:spcBef>
          <a:spcPct val="0"/>
        </a:spcBef>
        <a:spcAft>
          <a:spcPct val="0"/>
        </a:spcAft>
        <a:defRPr sz="14200">
          <a:solidFill>
            <a:schemeClr val="tx1"/>
          </a:solidFill>
          <a:latin typeface="Calibri" pitchFamily="34" charset="0"/>
        </a:defRPr>
      </a:lvl6pPr>
      <a:lvl7pPr marL="914400" algn="ctr" defTabSz="2944813" rtl="0" fontAlgn="base">
        <a:spcBef>
          <a:spcPct val="0"/>
        </a:spcBef>
        <a:spcAft>
          <a:spcPct val="0"/>
        </a:spcAft>
        <a:defRPr sz="14200">
          <a:solidFill>
            <a:schemeClr val="tx1"/>
          </a:solidFill>
          <a:latin typeface="Calibri" pitchFamily="34" charset="0"/>
        </a:defRPr>
      </a:lvl7pPr>
      <a:lvl8pPr marL="1371600" algn="ctr" defTabSz="2944813" rtl="0" fontAlgn="base">
        <a:spcBef>
          <a:spcPct val="0"/>
        </a:spcBef>
        <a:spcAft>
          <a:spcPct val="0"/>
        </a:spcAft>
        <a:defRPr sz="14200">
          <a:solidFill>
            <a:schemeClr val="tx1"/>
          </a:solidFill>
          <a:latin typeface="Calibri" pitchFamily="34" charset="0"/>
        </a:defRPr>
      </a:lvl8pPr>
      <a:lvl9pPr marL="1828800" algn="ctr" defTabSz="2944813" rtl="0" fontAlgn="base">
        <a:spcBef>
          <a:spcPct val="0"/>
        </a:spcBef>
        <a:spcAft>
          <a:spcPct val="0"/>
        </a:spcAft>
        <a:defRPr sz="14200">
          <a:solidFill>
            <a:schemeClr val="tx1"/>
          </a:solidFill>
          <a:latin typeface="Calibri" pitchFamily="34" charset="0"/>
        </a:defRPr>
      </a:lvl9pPr>
    </p:titleStyle>
    <p:bodyStyle>
      <a:lvl1pPr marL="1103313" indent="-1103313" algn="l" defTabSz="2944813" rtl="0" eaLnBrk="0" fontAlgn="base" hangingPunct="0">
        <a:spcBef>
          <a:spcPct val="20000"/>
        </a:spcBef>
        <a:spcAft>
          <a:spcPct val="0"/>
        </a:spcAft>
        <a:buFont typeface="Arial" panose="020B0604020202020204" pitchFamily="34" charset="0"/>
        <a:buChar char="•"/>
        <a:defRPr sz="10400" kern="1200">
          <a:solidFill>
            <a:schemeClr val="tx1"/>
          </a:solidFill>
          <a:latin typeface="+mn-lt"/>
          <a:ea typeface="+mn-ea"/>
          <a:cs typeface="+mn-cs"/>
        </a:defRPr>
      </a:lvl1pPr>
      <a:lvl2pPr marL="2392363" indent="-919163" algn="l" defTabSz="2944813" rtl="0" eaLnBrk="0" fontAlgn="base" hangingPunct="0">
        <a:spcBef>
          <a:spcPct val="20000"/>
        </a:spcBef>
        <a:spcAft>
          <a:spcPct val="0"/>
        </a:spcAft>
        <a:buFont typeface="Arial" panose="020B0604020202020204" pitchFamily="34" charset="0"/>
        <a:buChar char="–"/>
        <a:defRPr sz="9000" kern="1200">
          <a:solidFill>
            <a:schemeClr val="tx1"/>
          </a:solidFill>
          <a:latin typeface="+mn-lt"/>
          <a:ea typeface="+mn-ea"/>
          <a:cs typeface="+mn-cs"/>
        </a:defRPr>
      </a:lvl2pPr>
      <a:lvl3pPr marL="3679825" indent="-735013" algn="l" defTabSz="2944813" rtl="0" eaLnBrk="0" fontAlgn="base" hangingPunct="0">
        <a:spcBef>
          <a:spcPct val="20000"/>
        </a:spcBef>
        <a:spcAft>
          <a:spcPct val="0"/>
        </a:spcAft>
        <a:buFont typeface="Arial" panose="020B0604020202020204" pitchFamily="34" charset="0"/>
        <a:buChar char="•"/>
        <a:defRPr sz="7700" kern="1200">
          <a:solidFill>
            <a:schemeClr val="tx1"/>
          </a:solidFill>
          <a:latin typeface="+mn-lt"/>
          <a:ea typeface="+mn-ea"/>
          <a:cs typeface="+mn-cs"/>
        </a:defRPr>
      </a:lvl3pPr>
      <a:lvl4pPr marL="5153025" indent="-735013" algn="l" defTabSz="2944813" rtl="0" eaLnBrk="0" fontAlgn="base" hangingPunct="0">
        <a:spcBef>
          <a:spcPct val="20000"/>
        </a:spcBef>
        <a:spcAft>
          <a:spcPct val="0"/>
        </a:spcAft>
        <a:buFont typeface="Arial" panose="020B0604020202020204" pitchFamily="34" charset="0"/>
        <a:buChar char="–"/>
        <a:defRPr sz="6400" kern="1200">
          <a:solidFill>
            <a:schemeClr val="tx1"/>
          </a:solidFill>
          <a:latin typeface="+mn-lt"/>
          <a:ea typeface="+mn-ea"/>
          <a:cs typeface="+mn-cs"/>
        </a:defRPr>
      </a:lvl4pPr>
      <a:lvl5pPr marL="6626225" indent="-735013" algn="l" defTabSz="2944813" rtl="0" eaLnBrk="0" fontAlgn="base" hangingPunct="0">
        <a:spcBef>
          <a:spcPct val="20000"/>
        </a:spcBef>
        <a:spcAft>
          <a:spcPct val="0"/>
        </a:spcAft>
        <a:buFont typeface="Arial" panose="020B0604020202020204" pitchFamily="34" charset="0"/>
        <a:buChar char="»"/>
        <a:defRPr sz="6400" kern="1200">
          <a:solidFill>
            <a:schemeClr val="tx1"/>
          </a:solidFill>
          <a:latin typeface="+mn-lt"/>
          <a:ea typeface="+mn-ea"/>
          <a:cs typeface="+mn-cs"/>
        </a:defRPr>
      </a:lvl5pPr>
      <a:lvl6pPr marL="8098970" indent="-736275" algn="l" defTabSz="2945079" rtl="0" eaLnBrk="1" latinLnBrk="0" hangingPunct="1">
        <a:spcBef>
          <a:spcPct val="20000"/>
        </a:spcBef>
        <a:buFont typeface="Arial" pitchFamily="34" charset="0"/>
        <a:buChar char="•"/>
        <a:defRPr sz="6400" kern="1200">
          <a:solidFill>
            <a:schemeClr val="tx1"/>
          </a:solidFill>
          <a:latin typeface="+mn-lt"/>
          <a:ea typeface="+mn-ea"/>
          <a:cs typeface="+mn-cs"/>
        </a:defRPr>
      </a:lvl6pPr>
      <a:lvl7pPr marL="9571510" indent="-736275" algn="l" defTabSz="2945079" rtl="0" eaLnBrk="1" latinLnBrk="0" hangingPunct="1">
        <a:spcBef>
          <a:spcPct val="20000"/>
        </a:spcBef>
        <a:buFont typeface="Arial" pitchFamily="34" charset="0"/>
        <a:buChar char="•"/>
        <a:defRPr sz="6400" kern="1200">
          <a:solidFill>
            <a:schemeClr val="tx1"/>
          </a:solidFill>
          <a:latin typeface="+mn-lt"/>
          <a:ea typeface="+mn-ea"/>
          <a:cs typeface="+mn-cs"/>
        </a:defRPr>
      </a:lvl7pPr>
      <a:lvl8pPr marL="11044049" indent="-736275" algn="l" defTabSz="2945079" rtl="0" eaLnBrk="1" latinLnBrk="0" hangingPunct="1">
        <a:spcBef>
          <a:spcPct val="20000"/>
        </a:spcBef>
        <a:buFont typeface="Arial" pitchFamily="34" charset="0"/>
        <a:buChar char="•"/>
        <a:defRPr sz="6400" kern="1200">
          <a:solidFill>
            <a:schemeClr val="tx1"/>
          </a:solidFill>
          <a:latin typeface="+mn-lt"/>
          <a:ea typeface="+mn-ea"/>
          <a:cs typeface="+mn-cs"/>
        </a:defRPr>
      </a:lvl8pPr>
      <a:lvl9pPr marL="12516589" indent="-736275" algn="l" defTabSz="2945079" rtl="0" eaLnBrk="1" latinLnBrk="0" hangingPunct="1">
        <a:spcBef>
          <a:spcPct val="20000"/>
        </a:spcBef>
        <a:buFont typeface="Arial" pitchFamily="34" charset="0"/>
        <a:buChar char="•"/>
        <a:defRPr sz="6400" kern="1200">
          <a:solidFill>
            <a:schemeClr val="tx1"/>
          </a:solidFill>
          <a:latin typeface="+mn-lt"/>
          <a:ea typeface="+mn-ea"/>
          <a:cs typeface="+mn-cs"/>
        </a:defRPr>
      </a:lvl9pPr>
    </p:bodyStyle>
    <p:otherStyle>
      <a:defPPr>
        <a:defRPr lang="en-US"/>
      </a:defPPr>
      <a:lvl1pPr marL="0" algn="l" defTabSz="2945079" rtl="0" eaLnBrk="1" latinLnBrk="0" hangingPunct="1">
        <a:defRPr sz="5800" kern="1200">
          <a:solidFill>
            <a:schemeClr val="tx1"/>
          </a:solidFill>
          <a:latin typeface="+mn-lt"/>
          <a:ea typeface="+mn-ea"/>
          <a:cs typeface="+mn-cs"/>
        </a:defRPr>
      </a:lvl1pPr>
      <a:lvl2pPr marL="1472540" algn="l" defTabSz="2945079" rtl="0" eaLnBrk="1" latinLnBrk="0" hangingPunct="1">
        <a:defRPr sz="5800" kern="1200">
          <a:solidFill>
            <a:schemeClr val="tx1"/>
          </a:solidFill>
          <a:latin typeface="+mn-lt"/>
          <a:ea typeface="+mn-ea"/>
          <a:cs typeface="+mn-cs"/>
        </a:defRPr>
      </a:lvl2pPr>
      <a:lvl3pPr marL="2945079" algn="l" defTabSz="2945079" rtl="0" eaLnBrk="1" latinLnBrk="0" hangingPunct="1">
        <a:defRPr sz="5800" kern="1200">
          <a:solidFill>
            <a:schemeClr val="tx1"/>
          </a:solidFill>
          <a:latin typeface="+mn-lt"/>
          <a:ea typeface="+mn-ea"/>
          <a:cs typeface="+mn-cs"/>
        </a:defRPr>
      </a:lvl3pPr>
      <a:lvl4pPr marL="4417616" algn="l" defTabSz="2945079" rtl="0" eaLnBrk="1" latinLnBrk="0" hangingPunct="1">
        <a:defRPr sz="5800" kern="1200">
          <a:solidFill>
            <a:schemeClr val="tx1"/>
          </a:solidFill>
          <a:latin typeface="+mn-lt"/>
          <a:ea typeface="+mn-ea"/>
          <a:cs typeface="+mn-cs"/>
        </a:defRPr>
      </a:lvl4pPr>
      <a:lvl5pPr marL="5890159" algn="l" defTabSz="2945079" rtl="0" eaLnBrk="1" latinLnBrk="0" hangingPunct="1">
        <a:defRPr sz="5800" kern="1200">
          <a:solidFill>
            <a:schemeClr val="tx1"/>
          </a:solidFill>
          <a:latin typeface="+mn-lt"/>
          <a:ea typeface="+mn-ea"/>
          <a:cs typeface="+mn-cs"/>
        </a:defRPr>
      </a:lvl5pPr>
      <a:lvl6pPr marL="7362698" algn="l" defTabSz="2945079" rtl="0" eaLnBrk="1" latinLnBrk="0" hangingPunct="1">
        <a:defRPr sz="5800" kern="1200">
          <a:solidFill>
            <a:schemeClr val="tx1"/>
          </a:solidFill>
          <a:latin typeface="+mn-lt"/>
          <a:ea typeface="+mn-ea"/>
          <a:cs typeface="+mn-cs"/>
        </a:defRPr>
      </a:lvl6pPr>
      <a:lvl7pPr marL="8835238" algn="l" defTabSz="2945079" rtl="0" eaLnBrk="1" latinLnBrk="0" hangingPunct="1">
        <a:defRPr sz="5800" kern="1200">
          <a:solidFill>
            <a:schemeClr val="tx1"/>
          </a:solidFill>
          <a:latin typeface="+mn-lt"/>
          <a:ea typeface="+mn-ea"/>
          <a:cs typeface="+mn-cs"/>
        </a:defRPr>
      </a:lvl7pPr>
      <a:lvl8pPr marL="10307781" algn="l" defTabSz="2945079" rtl="0" eaLnBrk="1" latinLnBrk="0" hangingPunct="1">
        <a:defRPr sz="5800" kern="1200">
          <a:solidFill>
            <a:schemeClr val="tx1"/>
          </a:solidFill>
          <a:latin typeface="+mn-lt"/>
          <a:ea typeface="+mn-ea"/>
          <a:cs typeface="+mn-cs"/>
        </a:defRPr>
      </a:lvl8pPr>
      <a:lvl9pPr marL="11780318" algn="l" defTabSz="2945079"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E332C17B-6A09-A547-A62E-E12F4EAA1C98}"/>
              </a:ext>
            </a:extLst>
          </p:cNvPr>
          <p:cNvCxnSpPr/>
          <p:nvPr/>
        </p:nvCxnSpPr>
        <p:spPr>
          <a:xfrm flipV="1">
            <a:off x="0" y="4008438"/>
            <a:ext cx="21386800" cy="0"/>
          </a:xfrm>
          <a:prstGeom prst="line">
            <a:avLst/>
          </a:prstGeom>
          <a:ln w="161925">
            <a:solidFill>
              <a:schemeClr val="tx2"/>
            </a:solidFill>
          </a:ln>
        </p:spPr>
        <p:style>
          <a:lnRef idx="2">
            <a:schemeClr val="accent2"/>
          </a:lnRef>
          <a:fillRef idx="0">
            <a:schemeClr val="accent2"/>
          </a:fillRef>
          <a:effectRef idx="1">
            <a:schemeClr val="accent2"/>
          </a:effectRef>
          <a:fontRef idx="minor">
            <a:schemeClr val="tx1"/>
          </a:fontRef>
        </p:style>
      </p:cxnSp>
      <p:sp>
        <p:nvSpPr>
          <p:cNvPr id="14338" name="TextBox 21">
            <a:extLst>
              <a:ext uri="{FF2B5EF4-FFF2-40B4-BE49-F238E27FC236}">
                <a16:creationId xmlns:a16="http://schemas.microsoft.com/office/drawing/2014/main" id="{9A7326B9-5B45-D38E-5CB4-FD811EA2534B}"/>
              </a:ext>
            </a:extLst>
          </p:cNvPr>
          <p:cNvSpPr txBox="1">
            <a:spLocks noChangeArrowheads="1"/>
          </p:cNvSpPr>
          <p:nvPr/>
        </p:nvSpPr>
        <p:spPr bwMode="auto">
          <a:xfrm>
            <a:off x="2368550" y="1492250"/>
            <a:ext cx="166497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6184" tIns="33092" rIns="66184" bIns="33092">
            <a:spAutoFit/>
          </a:bodyPr>
          <a:lstStyle>
            <a:lvl1pPr>
              <a:spcBef>
                <a:spcPct val="20000"/>
              </a:spcBef>
              <a:buFont typeface="Arial" panose="020B0604020202020204" pitchFamily="34" charset="0"/>
              <a:buChar char="•"/>
              <a:defRPr sz="10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9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7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64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6400">
                <a:solidFill>
                  <a:schemeClr val="tx1"/>
                </a:solidFill>
                <a:latin typeface="Calibri" panose="020F0502020204030204" pitchFamily="34" charset="0"/>
              </a:defRPr>
            </a:lvl5pPr>
            <a:lvl6pPr marL="25146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6pPr>
            <a:lvl7pPr marL="29718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7pPr>
            <a:lvl8pPr marL="34290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8pPr>
            <a:lvl9pPr marL="38862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9pPr>
          </a:lstStyle>
          <a:p>
            <a:pPr algn="ctr" eaLnBrk="1" hangingPunct="1">
              <a:lnSpc>
                <a:spcPts val="6400"/>
              </a:lnSpc>
              <a:spcBef>
                <a:spcPct val="0"/>
              </a:spcBef>
              <a:buFontTx/>
              <a:buNone/>
            </a:pPr>
            <a:r>
              <a:rPr lang="en-US" altLang="tr-TR" sz="6000" b="1" dirty="0" err="1">
                <a:solidFill>
                  <a:srgbClr val="002060"/>
                </a:solidFill>
              </a:rPr>
              <a:t>Bulanık</a:t>
            </a:r>
            <a:r>
              <a:rPr lang="en-US" altLang="tr-TR" sz="6000" b="1" dirty="0">
                <a:solidFill>
                  <a:srgbClr val="002060"/>
                </a:solidFill>
              </a:rPr>
              <a:t> K-means </a:t>
            </a:r>
            <a:r>
              <a:rPr lang="en-US" altLang="tr-TR" sz="6000" b="1" dirty="0" err="1">
                <a:solidFill>
                  <a:srgbClr val="002060"/>
                </a:solidFill>
              </a:rPr>
              <a:t>ile</a:t>
            </a:r>
            <a:r>
              <a:rPr lang="en-US" altLang="tr-TR" sz="6000" b="1" dirty="0">
                <a:solidFill>
                  <a:srgbClr val="002060"/>
                </a:solidFill>
              </a:rPr>
              <a:t> </a:t>
            </a:r>
            <a:r>
              <a:rPr lang="en-US" altLang="tr-TR" sz="6000" b="1" dirty="0" err="1">
                <a:solidFill>
                  <a:srgbClr val="002060"/>
                </a:solidFill>
              </a:rPr>
              <a:t>Müşteri</a:t>
            </a:r>
            <a:endParaRPr lang="tr-TR" altLang="tr-TR" sz="6000" b="1" dirty="0">
              <a:solidFill>
                <a:srgbClr val="002060"/>
              </a:solidFill>
            </a:endParaRPr>
          </a:p>
          <a:p>
            <a:pPr algn="ctr" eaLnBrk="1" hangingPunct="1">
              <a:lnSpc>
                <a:spcPts val="6400"/>
              </a:lnSpc>
              <a:spcBef>
                <a:spcPct val="0"/>
              </a:spcBef>
              <a:buFontTx/>
              <a:buNone/>
            </a:pPr>
            <a:r>
              <a:rPr lang="en-US" altLang="tr-TR" sz="6000" b="1" dirty="0" err="1">
                <a:solidFill>
                  <a:srgbClr val="002060"/>
                </a:solidFill>
              </a:rPr>
              <a:t>Davranış</a:t>
            </a:r>
            <a:r>
              <a:rPr lang="en-US" altLang="tr-TR" sz="6000" b="1" dirty="0">
                <a:solidFill>
                  <a:srgbClr val="002060"/>
                </a:solidFill>
              </a:rPr>
              <a:t> </a:t>
            </a:r>
            <a:r>
              <a:rPr lang="en-US" altLang="tr-TR" sz="6000" b="1" dirty="0" err="1">
                <a:solidFill>
                  <a:srgbClr val="002060"/>
                </a:solidFill>
              </a:rPr>
              <a:t>Tahmini</a:t>
            </a:r>
            <a:endParaRPr lang="en-US" altLang="tr-TR" sz="6000" dirty="0">
              <a:solidFill>
                <a:srgbClr val="002060"/>
              </a:solidFill>
            </a:endParaRPr>
          </a:p>
        </p:txBody>
      </p:sp>
      <p:sp>
        <p:nvSpPr>
          <p:cNvPr id="14339" name="TextBox 22">
            <a:extLst>
              <a:ext uri="{FF2B5EF4-FFF2-40B4-BE49-F238E27FC236}">
                <a16:creationId xmlns:a16="http://schemas.microsoft.com/office/drawing/2014/main" id="{642C85A2-3A69-55B2-2031-29D53C99768D}"/>
              </a:ext>
            </a:extLst>
          </p:cNvPr>
          <p:cNvSpPr txBox="1">
            <a:spLocks noChangeArrowheads="1"/>
          </p:cNvSpPr>
          <p:nvPr/>
        </p:nvSpPr>
        <p:spPr bwMode="auto">
          <a:xfrm>
            <a:off x="474663" y="3200400"/>
            <a:ext cx="204374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6184" tIns="33092" rIns="66184" bIns="33092">
            <a:spAutoFit/>
          </a:bodyPr>
          <a:lstStyle>
            <a:lvl1pPr>
              <a:spcBef>
                <a:spcPct val="20000"/>
              </a:spcBef>
              <a:buFont typeface="Arial" panose="020B0604020202020204" pitchFamily="34" charset="0"/>
              <a:buChar char="•"/>
              <a:defRPr sz="10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9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7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64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6400">
                <a:solidFill>
                  <a:schemeClr val="tx1"/>
                </a:solidFill>
                <a:latin typeface="Calibri" panose="020F0502020204030204" pitchFamily="34" charset="0"/>
              </a:defRPr>
            </a:lvl5pPr>
            <a:lvl6pPr marL="25146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6pPr>
            <a:lvl7pPr marL="29718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7pPr>
            <a:lvl8pPr marL="34290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8pPr>
            <a:lvl9pPr marL="38862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9pPr>
          </a:lstStyle>
          <a:p>
            <a:pPr algn="ctr" eaLnBrk="1" hangingPunct="1">
              <a:spcBef>
                <a:spcPct val="0"/>
              </a:spcBef>
              <a:buFontTx/>
              <a:buNone/>
            </a:pPr>
            <a:r>
              <a:rPr lang="tr-TR" altLang="tr-TR" sz="3900" dirty="0">
                <a:solidFill>
                  <a:srgbClr val="002060"/>
                </a:solidFill>
              </a:rPr>
              <a:t>Enes Kuzu, Mahmut Muzaffer Şahin  --   Mentor: </a:t>
            </a:r>
            <a:r>
              <a:rPr lang="tr-TR" altLang="tr-TR" sz="3900" dirty="0" err="1">
                <a:solidFill>
                  <a:srgbClr val="002060"/>
                </a:solidFill>
              </a:rPr>
              <a:t>Assoc.Prof.Dr</a:t>
            </a:r>
            <a:r>
              <a:rPr lang="tr-TR" altLang="tr-TR" sz="3900" dirty="0">
                <a:solidFill>
                  <a:srgbClr val="002060"/>
                </a:solidFill>
              </a:rPr>
              <a:t>. Emre Çomak</a:t>
            </a:r>
            <a:endParaRPr lang="en-US" altLang="tr-TR" sz="3900" dirty="0">
              <a:solidFill>
                <a:srgbClr val="002060"/>
              </a:solidFill>
            </a:endParaRPr>
          </a:p>
        </p:txBody>
      </p:sp>
      <p:graphicFrame>
        <p:nvGraphicFramePr>
          <p:cNvPr id="25" name="Table 24">
            <a:extLst>
              <a:ext uri="{FF2B5EF4-FFF2-40B4-BE49-F238E27FC236}">
                <a16:creationId xmlns:a16="http://schemas.microsoft.com/office/drawing/2014/main" id="{98319B72-36E9-CA43-BE4F-CEA686081263}"/>
              </a:ext>
            </a:extLst>
          </p:cNvPr>
          <p:cNvGraphicFramePr>
            <a:graphicFrameLocks noGrp="1"/>
          </p:cNvGraphicFramePr>
          <p:nvPr>
            <p:extLst>
              <p:ext uri="{D42A27DB-BD31-4B8C-83A1-F6EECF244321}">
                <p14:modId xmlns:p14="http://schemas.microsoft.com/office/powerpoint/2010/main" val="3852119488"/>
              </p:ext>
            </p:extLst>
          </p:nvPr>
        </p:nvGraphicFramePr>
        <p:xfrm>
          <a:off x="603250" y="4241799"/>
          <a:ext cx="9359900" cy="7031950"/>
        </p:xfrm>
        <a:graphic>
          <a:graphicData uri="http://schemas.openxmlformats.org/drawingml/2006/table">
            <a:tbl>
              <a:tblPr firstRow="1" bandRow="1">
                <a:tableStyleId>{69012ECD-51FC-41F1-AA8D-1B2483CD663E}</a:tableStyleId>
              </a:tblPr>
              <a:tblGrid>
                <a:gridCol w="9359900">
                  <a:extLst>
                    <a:ext uri="{9D8B030D-6E8A-4147-A177-3AD203B41FA5}">
                      <a16:colId xmlns:a16="http://schemas.microsoft.com/office/drawing/2014/main" val="20000"/>
                    </a:ext>
                  </a:extLst>
                </a:gridCol>
              </a:tblGrid>
              <a:tr h="973868">
                <a:tc>
                  <a:txBody>
                    <a:bodyPr/>
                    <a:lstStyle/>
                    <a:p>
                      <a:pPr algn="ctr"/>
                      <a:r>
                        <a:rPr lang="tr-TR" sz="4900" dirty="0"/>
                        <a:t>Tezin Amacı</a:t>
                      </a:r>
                      <a:endParaRPr lang="en-US" sz="4900" dirty="0"/>
                    </a:p>
                  </a:txBody>
                  <a:tcPr marL="50920" marR="50920" marT="42001" marB="42001">
                    <a:solidFill>
                      <a:schemeClr val="tx2"/>
                    </a:solidFill>
                  </a:tcPr>
                </a:tc>
                <a:extLst>
                  <a:ext uri="{0D108BD9-81ED-4DB2-BD59-A6C34878D82A}">
                    <a16:rowId xmlns:a16="http://schemas.microsoft.com/office/drawing/2014/main" val="10000"/>
                  </a:ext>
                </a:extLst>
              </a:tr>
              <a:tr h="4558823">
                <a:tc>
                  <a:txBody>
                    <a:bodyPr/>
                    <a:lstStyle/>
                    <a:p>
                      <a:r>
                        <a:rPr lang="tr-TR" sz="2800" b="0" i="0" kern="1200" dirty="0">
                          <a:solidFill>
                            <a:schemeClr val="tx1"/>
                          </a:solidFill>
                          <a:effectLst/>
                          <a:latin typeface="+mn-lt"/>
                          <a:ea typeface="+mn-ea"/>
                          <a:cs typeface="+mn-cs"/>
                        </a:rPr>
                        <a:t>Bu çalışmanın amacı, müşteri satış ve etkileşim verilerini analiz ederek web tabanlı bir müşteri segmentasyonu ve karar destek sistemi geliştirmektir.</a:t>
                      </a:r>
                    </a:p>
                    <a:p>
                      <a:r>
                        <a:rPr lang="tr-TR" sz="2800" b="0" i="0" kern="1200" dirty="0">
                          <a:solidFill>
                            <a:schemeClr val="tx1"/>
                          </a:solidFill>
                          <a:effectLst/>
                          <a:latin typeface="+mn-lt"/>
                          <a:ea typeface="+mn-ea"/>
                          <a:cs typeface="+mn-cs"/>
                        </a:rPr>
                        <a:t>Sistem, RFM/PRM metriklerini kullanarak müşteri davranışlarını sayısal hale getirmekte ve </a:t>
                      </a:r>
                      <a:r>
                        <a:rPr lang="tr-TR" sz="2800" b="0" i="0" kern="1200" dirty="0" err="1">
                          <a:solidFill>
                            <a:schemeClr val="tx1"/>
                          </a:solidFill>
                          <a:effectLst/>
                          <a:latin typeface="+mn-lt"/>
                          <a:ea typeface="+mn-ea"/>
                          <a:cs typeface="+mn-cs"/>
                        </a:rPr>
                        <a:t>Fuzzy</a:t>
                      </a:r>
                      <a:r>
                        <a:rPr lang="tr-TR" sz="2800" b="0" i="0" kern="1200" dirty="0">
                          <a:solidFill>
                            <a:schemeClr val="tx1"/>
                          </a:solidFill>
                          <a:effectLst/>
                          <a:latin typeface="+mn-lt"/>
                          <a:ea typeface="+mn-ea"/>
                          <a:cs typeface="+mn-cs"/>
                        </a:rPr>
                        <a:t> C-</a:t>
                      </a:r>
                      <a:r>
                        <a:rPr lang="tr-TR" sz="2800" b="0" i="0" kern="1200" dirty="0" err="1">
                          <a:solidFill>
                            <a:schemeClr val="tx1"/>
                          </a:solidFill>
                          <a:effectLst/>
                          <a:latin typeface="+mn-lt"/>
                          <a:ea typeface="+mn-ea"/>
                          <a:cs typeface="+mn-cs"/>
                        </a:rPr>
                        <a:t>Means</a:t>
                      </a:r>
                      <a:r>
                        <a:rPr lang="tr-TR" sz="2800" b="0" i="0" kern="1200" dirty="0">
                          <a:solidFill>
                            <a:schemeClr val="tx1"/>
                          </a:solidFill>
                          <a:effectLst/>
                          <a:latin typeface="+mn-lt"/>
                          <a:ea typeface="+mn-ea"/>
                          <a:cs typeface="+mn-cs"/>
                        </a:rPr>
                        <a:t> algoritması ile müşterileri farklı segmentlere ayırmaktadır. Üyelik derecelerine dayalı bu yaklaşım, müşterilerin davranışlarını daha esnek ve gerçekçi biçimde değerlendirmeyi sağlar.</a:t>
                      </a:r>
                    </a:p>
                    <a:p>
                      <a:r>
                        <a:rPr lang="tr-TR" sz="2800" b="0" i="0" kern="1200" dirty="0">
                          <a:solidFill>
                            <a:schemeClr val="tx1"/>
                          </a:solidFill>
                          <a:effectLst/>
                          <a:latin typeface="+mn-lt"/>
                          <a:ea typeface="+mn-ea"/>
                          <a:cs typeface="+mn-cs"/>
                        </a:rPr>
                        <a:t>Geliştirilen uygulama; CSV veri yükleme, sütun eşleştirme, optimal küme seçimi, 2D/3D görselleştirme ve segment bazlı aksiyon önerileri ile pazarlama süreçlerinde veri odaklı karar almayı desteklemektedir.</a:t>
                      </a:r>
                    </a:p>
                    <a:p>
                      <a:br>
                        <a:rPr lang="tr-TR" sz="2800" dirty="0"/>
                      </a:br>
                      <a:endParaRPr lang="en-US" sz="2800" dirty="0"/>
                    </a:p>
                  </a:txBody>
                  <a:tcPr marL="50920" marR="50920" marT="42001" marB="42001"/>
                </a:tc>
                <a:extLst>
                  <a:ext uri="{0D108BD9-81ED-4DB2-BD59-A6C34878D82A}">
                    <a16:rowId xmlns:a16="http://schemas.microsoft.com/office/drawing/2014/main" val="10001"/>
                  </a:ext>
                </a:extLst>
              </a:tr>
            </a:tbl>
          </a:graphicData>
        </a:graphic>
      </p:graphicFrame>
      <p:graphicFrame>
        <p:nvGraphicFramePr>
          <p:cNvPr id="26" name="Table 25">
            <a:extLst>
              <a:ext uri="{FF2B5EF4-FFF2-40B4-BE49-F238E27FC236}">
                <a16:creationId xmlns:a16="http://schemas.microsoft.com/office/drawing/2014/main" id="{3ECDF526-DDBF-5341-B5C5-0363CB03AD5E}"/>
              </a:ext>
            </a:extLst>
          </p:cNvPr>
          <p:cNvGraphicFramePr>
            <a:graphicFrameLocks noGrp="1"/>
          </p:cNvGraphicFramePr>
          <p:nvPr>
            <p:extLst>
              <p:ext uri="{D42A27DB-BD31-4B8C-83A1-F6EECF244321}">
                <p14:modId xmlns:p14="http://schemas.microsoft.com/office/powerpoint/2010/main" val="803566495"/>
              </p:ext>
            </p:extLst>
          </p:nvPr>
        </p:nvGraphicFramePr>
        <p:xfrm>
          <a:off x="603250" y="10867063"/>
          <a:ext cx="9359900" cy="6888876"/>
        </p:xfrm>
        <a:graphic>
          <a:graphicData uri="http://schemas.openxmlformats.org/drawingml/2006/table">
            <a:tbl>
              <a:tblPr firstRow="1" bandRow="1">
                <a:tableStyleId>{69012ECD-51FC-41F1-AA8D-1B2483CD663E}</a:tableStyleId>
              </a:tblPr>
              <a:tblGrid>
                <a:gridCol w="9359900">
                  <a:extLst>
                    <a:ext uri="{9D8B030D-6E8A-4147-A177-3AD203B41FA5}">
                      <a16:colId xmlns:a16="http://schemas.microsoft.com/office/drawing/2014/main" val="20000"/>
                    </a:ext>
                  </a:extLst>
                </a:gridCol>
              </a:tblGrid>
              <a:tr h="755665">
                <a:tc>
                  <a:txBody>
                    <a:bodyPr/>
                    <a:lstStyle/>
                    <a:p>
                      <a:pPr marL="0" marR="0" indent="0" algn="ctr" defTabSz="4068913" rtl="0" eaLnBrk="1" fontAlgn="auto" latinLnBrk="0" hangingPunct="1">
                        <a:lnSpc>
                          <a:spcPct val="100000"/>
                        </a:lnSpc>
                        <a:spcBef>
                          <a:spcPts val="0"/>
                        </a:spcBef>
                        <a:spcAft>
                          <a:spcPts val="0"/>
                        </a:spcAft>
                        <a:buClrTx/>
                        <a:buSzTx/>
                        <a:buFontTx/>
                        <a:buNone/>
                        <a:tabLst/>
                        <a:defRPr/>
                      </a:pPr>
                      <a:r>
                        <a:rPr lang="tr-TR" sz="4900" b="1" kern="1200" dirty="0">
                          <a:solidFill>
                            <a:schemeClr val="bg1"/>
                          </a:solidFill>
                          <a:latin typeface="+mn-lt"/>
                          <a:ea typeface="+mn-ea"/>
                          <a:cs typeface="+mn-cs"/>
                        </a:rPr>
                        <a:t>Materyal &amp; Yöntem</a:t>
                      </a:r>
                      <a:endParaRPr lang="en-US" sz="4900" dirty="0"/>
                    </a:p>
                  </a:txBody>
                  <a:tcPr marL="50920" marR="50920" marT="42009" marB="42009">
                    <a:solidFill>
                      <a:schemeClr val="tx2"/>
                    </a:solidFill>
                  </a:tcPr>
                </a:tc>
                <a:extLst>
                  <a:ext uri="{0D108BD9-81ED-4DB2-BD59-A6C34878D82A}">
                    <a16:rowId xmlns:a16="http://schemas.microsoft.com/office/drawing/2014/main" val="10000"/>
                  </a:ext>
                </a:extLst>
              </a:tr>
              <a:tr h="5510370">
                <a:tc>
                  <a:txBody>
                    <a:bodyPr/>
                    <a:lstStyle/>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CSV satış verileri kullanılmış; müşteri ID, işlem tarihi, miktar ve fiyat/tutar alanları analiz edilmiştir.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Veri ön işleme aşamasında eksik/hatalı değerler düzenlenmiş ve müşteri bazında RFM metrikleri hesaplanmıştır.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Metrikler </a:t>
                      </a:r>
                      <a:r>
                        <a:rPr lang="tr-TR" sz="2800" b="0" i="0" kern="1200" dirty="0" err="1">
                          <a:solidFill>
                            <a:schemeClr val="tx1"/>
                          </a:solidFill>
                          <a:effectLst/>
                          <a:latin typeface="+mn-lt"/>
                          <a:ea typeface="+mn-ea"/>
                          <a:cs typeface="+mn-cs"/>
                        </a:rPr>
                        <a:t>StandardScaler</a:t>
                      </a:r>
                      <a:r>
                        <a:rPr lang="tr-TR" sz="2800" b="0" i="0" kern="1200" dirty="0">
                          <a:solidFill>
                            <a:schemeClr val="tx1"/>
                          </a:solidFill>
                          <a:effectLst/>
                          <a:latin typeface="+mn-lt"/>
                          <a:ea typeface="+mn-ea"/>
                          <a:cs typeface="+mn-cs"/>
                        </a:rPr>
                        <a:t> ile normalize edilerek </a:t>
                      </a:r>
                      <a:r>
                        <a:rPr lang="tr-TR" sz="2800" b="0" i="0" kern="1200" dirty="0" err="1">
                          <a:solidFill>
                            <a:schemeClr val="tx1"/>
                          </a:solidFill>
                          <a:effectLst/>
                          <a:latin typeface="+mn-lt"/>
                          <a:ea typeface="+mn-ea"/>
                          <a:cs typeface="+mn-cs"/>
                        </a:rPr>
                        <a:t>Fuzzy</a:t>
                      </a:r>
                      <a:r>
                        <a:rPr lang="tr-TR" sz="2800" b="0" i="0" kern="1200" dirty="0">
                          <a:solidFill>
                            <a:schemeClr val="tx1"/>
                          </a:solidFill>
                          <a:effectLst/>
                          <a:latin typeface="+mn-lt"/>
                          <a:ea typeface="+mn-ea"/>
                          <a:cs typeface="+mn-cs"/>
                        </a:rPr>
                        <a:t> C-</a:t>
                      </a:r>
                      <a:r>
                        <a:rPr lang="tr-TR" sz="2800" b="0" i="0" kern="1200" dirty="0" err="1">
                          <a:solidFill>
                            <a:schemeClr val="tx1"/>
                          </a:solidFill>
                          <a:effectLst/>
                          <a:latin typeface="+mn-lt"/>
                          <a:ea typeface="+mn-ea"/>
                          <a:cs typeface="+mn-cs"/>
                        </a:rPr>
                        <a:t>Means</a:t>
                      </a:r>
                      <a:r>
                        <a:rPr lang="tr-TR" sz="2800" b="0" i="0" kern="1200" dirty="0">
                          <a:solidFill>
                            <a:schemeClr val="tx1"/>
                          </a:solidFill>
                          <a:effectLst/>
                          <a:latin typeface="+mn-lt"/>
                          <a:ea typeface="+mn-ea"/>
                          <a:cs typeface="+mn-cs"/>
                        </a:rPr>
                        <a:t> algoritmasına aktarılmıştır.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Optimal küme sayısı FPC, </a:t>
                      </a:r>
                      <a:r>
                        <a:rPr lang="tr-TR" sz="2800" b="0" i="0" kern="1200" dirty="0" err="1">
                          <a:solidFill>
                            <a:schemeClr val="tx1"/>
                          </a:solidFill>
                          <a:effectLst/>
                          <a:latin typeface="+mn-lt"/>
                          <a:ea typeface="+mn-ea"/>
                          <a:cs typeface="+mn-cs"/>
                        </a:rPr>
                        <a:t>Partition</a:t>
                      </a:r>
                      <a:r>
                        <a:rPr lang="tr-TR" sz="2800" b="0" i="0" kern="1200" dirty="0">
                          <a:solidFill>
                            <a:schemeClr val="tx1"/>
                          </a:solidFill>
                          <a:effectLst/>
                          <a:latin typeface="+mn-lt"/>
                          <a:ea typeface="+mn-ea"/>
                          <a:cs typeface="+mn-cs"/>
                        </a:rPr>
                        <a:t> </a:t>
                      </a:r>
                      <a:r>
                        <a:rPr lang="tr-TR" sz="2800" b="0" i="0" kern="1200" dirty="0" err="1">
                          <a:solidFill>
                            <a:schemeClr val="tx1"/>
                          </a:solidFill>
                          <a:effectLst/>
                          <a:latin typeface="+mn-lt"/>
                          <a:ea typeface="+mn-ea"/>
                          <a:cs typeface="+mn-cs"/>
                        </a:rPr>
                        <a:t>Entropy</a:t>
                      </a:r>
                      <a:r>
                        <a:rPr lang="tr-TR" sz="2800" b="0" i="0" kern="1200" dirty="0">
                          <a:solidFill>
                            <a:schemeClr val="tx1"/>
                          </a:solidFill>
                          <a:effectLst/>
                          <a:latin typeface="+mn-lt"/>
                          <a:ea typeface="+mn-ea"/>
                          <a:cs typeface="+mn-cs"/>
                        </a:rPr>
                        <a:t> ve </a:t>
                      </a:r>
                      <a:r>
                        <a:rPr lang="tr-TR" sz="2800" b="0" i="0" kern="1200" dirty="0" err="1">
                          <a:solidFill>
                            <a:schemeClr val="tx1"/>
                          </a:solidFill>
                          <a:effectLst/>
                          <a:latin typeface="+mn-lt"/>
                          <a:ea typeface="+mn-ea"/>
                          <a:cs typeface="+mn-cs"/>
                        </a:rPr>
                        <a:t>Xie</a:t>
                      </a:r>
                      <a:r>
                        <a:rPr lang="tr-TR" sz="2800" b="0" i="0" kern="1200" dirty="0">
                          <a:solidFill>
                            <a:schemeClr val="tx1"/>
                          </a:solidFill>
                          <a:effectLst/>
                          <a:latin typeface="+mn-lt"/>
                          <a:ea typeface="+mn-ea"/>
                          <a:cs typeface="+mn-cs"/>
                        </a:rPr>
                        <a:t>-Beni indekslerinden oluşturulan hibrit skor ile belirlenmiştir.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Her müşteri için üyelik derecesi, final skor, segment etiketi ve aksiyon önerileri üretilmiştir.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Sonuçlar 2D/3D grafikler ve tablo çıktılarıyla görselleştirilmiştir.</a:t>
                      </a:r>
                    </a:p>
                    <a:p>
                      <a:br>
                        <a:rPr lang="tr-TR" sz="2800" dirty="0"/>
                      </a:br>
                      <a:endParaRPr lang="tr-TR" sz="2800" b="1" dirty="0">
                        <a:solidFill>
                          <a:srgbClr val="000000"/>
                        </a:solidFill>
                        <a:latin typeface="+mn-lt"/>
                        <a:ea typeface="Calibri"/>
                        <a:cs typeface="Calibri"/>
                      </a:endParaRPr>
                    </a:p>
                  </a:txBody>
                  <a:tcPr marL="50920" marR="50920" marT="42009" marB="42009"/>
                </a:tc>
                <a:extLst>
                  <a:ext uri="{0D108BD9-81ED-4DB2-BD59-A6C34878D82A}">
                    <a16:rowId xmlns:a16="http://schemas.microsoft.com/office/drawing/2014/main" val="10001"/>
                  </a:ext>
                </a:extLst>
              </a:tr>
            </a:tbl>
          </a:graphicData>
        </a:graphic>
      </p:graphicFrame>
      <p:graphicFrame>
        <p:nvGraphicFramePr>
          <p:cNvPr id="30" name="Table 29">
            <a:extLst>
              <a:ext uri="{FF2B5EF4-FFF2-40B4-BE49-F238E27FC236}">
                <a16:creationId xmlns:a16="http://schemas.microsoft.com/office/drawing/2014/main" id="{07C4B2F1-619E-2B42-BEEA-ECD286C0274C}"/>
              </a:ext>
            </a:extLst>
          </p:cNvPr>
          <p:cNvGraphicFramePr>
            <a:graphicFrameLocks noGrp="1"/>
          </p:cNvGraphicFramePr>
          <p:nvPr>
            <p:extLst>
              <p:ext uri="{D42A27DB-BD31-4B8C-83A1-F6EECF244321}">
                <p14:modId xmlns:p14="http://schemas.microsoft.com/office/powerpoint/2010/main" val="2524893514"/>
              </p:ext>
            </p:extLst>
          </p:nvPr>
        </p:nvGraphicFramePr>
        <p:xfrm>
          <a:off x="11258550" y="18321338"/>
          <a:ext cx="9186863" cy="9008252"/>
        </p:xfrm>
        <a:graphic>
          <a:graphicData uri="http://schemas.openxmlformats.org/drawingml/2006/table">
            <a:tbl>
              <a:tblPr firstRow="1" bandRow="1">
                <a:tableStyleId>{69012ECD-51FC-41F1-AA8D-1B2483CD663E}</a:tableStyleId>
              </a:tblPr>
              <a:tblGrid>
                <a:gridCol w="9186863">
                  <a:extLst>
                    <a:ext uri="{9D8B030D-6E8A-4147-A177-3AD203B41FA5}">
                      <a16:colId xmlns:a16="http://schemas.microsoft.com/office/drawing/2014/main" val="20000"/>
                    </a:ext>
                  </a:extLst>
                </a:gridCol>
              </a:tblGrid>
              <a:tr h="1565327">
                <a:tc>
                  <a:txBody>
                    <a:bodyPr/>
                    <a:lstStyle/>
                    <a:p>
                      <a:pPr algn="ctr"/>
                      <a:r>
                        <a:rPr lang="tr-TR" sz="5800" b="1" i="0" kern="1200" dirty="0">
                          <a:solidFill>
                            <a:schemeClr val="bg1"/>
                          </a:solidFill>
                          <a:effectLst/>
                          <a:latin typeface="+mn-lt"/>
                          <a:ea typeface="+mn-ea"/>
                          <a:cs typeface="+mn-cs"/>
                        </a:rPr>
                        <a:t>Uygulama Özellikleri ve Ek Bilgiler</a:t>
                      </a:r>
                      <a:endParaRPr lang="en-US" sz="4900" dirty="0"/>
                    </a:p>
                  </a:txBody>
                  <a:tcPr marL="50924" marR="50924" marT="42007" marB="42007">
                    <a:solidFill>
                      <a:schemeClr val="tx2"/>
                    </a:solidFill>
                  </a:tcPr>
                </a:tc>
                <a:extLst>
                  <a:ext uri="{0D108BD9-81ED-4DB2-BD59-A6C34878D82A}">
                    <a16:rowId xmlns:a16="http://schemas.microsoft.com/office/drawing/2014/main" val="10000"/>
                  </a:ext>
                </a:extLst>
              </a:tr>
              <a:tr h="7156398">
                <a:tc>
                  <a:txBody>
                    <a:bodyPr/>
                    <a:lstStyle/>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Web tabanlı yapı sayesinde kullanıcılar kod yazmadan analiz yapabilir.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CSV/TXT/TSV veri yükleme ve sütun eşleştirme özellikleri sunulmuştur.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Her müşteri için segment etiketi, üyelik derecesi, final skor ve öneri listesi üretilmiştir.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Sonuçlar interaktif grafiklerle gösterilmiş ve CSV formatında dışa aktarılabilir hale getirilmiştir.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Sistem, RFM ve PRM veri yapılarına uyarlanabilir şekilde geliştirilmiştir.</a:t>
                      </a:r>
                    </a:p>
                    <a:p>
                      <a:pPr marL="457200" indent="-457200">
                        <a:buFont typeface="Arial" panose="020B0604020202020204" pitchFamily="34" charset="0"/>
                        <a:buChar char="•"/>
                      </a:pPr>
                      <a:r>
                        <a:rPr lang="tr-TR" sz="2800" b="0" i="0" kern="1200" dirty="0">
                          <a:solidFill>
                            <a:schemeClr val="tx1"/>
                          </a:solidFill>
                          <a:effectLst/>
                          <a:latin typeface="+mn-lt"/>
                          <a:ea typeface="+mn-ea"/>
                          <a:cs typeface="+mn-cs"/>
                        </a:rPr>
                        <a:t>Kaynak kodlar </a:t>
                      </a:r>
                      <a:r>
                        <a:rPr lang="tr-TR" sz="2800" b="0" i="0" kern="1200" dirty="0" err="1">
                          <a:solidFill>
                            <a:schemeClr val="tx1"/>
                          </a:solidFill>
                          <a:effectLst/>
                          <a:latin typeface="+mn-lt"/>
                          <a:ea typeface="+mn-ea"/>
                          <a:cs typeface="+mn-cs"/>
                        </a:rPr>
                        <a:t>GitHub</a:t>
                      </a:r>
                      <a:r>
                        <a:rPr lang="tr-TR" sz="2800" b="0" i="0" kern="1200" dirty="0">
                          <a:solidFill>
                            <a:schemeClr val="tx1"/>
                          </a:solidFill>
                          <a:effectLst/>
                          <a:latin typeface="+mn-lt"/>
                          <a:ea typeface="+mn-ea"/>
                          <a:cs typeface="+mn-cs"/>
                        </a:rPr>
                        <a:t> üzerinde sürüm kontrollü olarak yönetilmiştir.</a:t>
                      </a:r>
                    </a:p>
                    <a:p>
                      <a:br>
                        <a:rPr lang="tr-TR" sz="2800" dirty="0"/>
                      </a:br>
                      <a:endParaRPr lang="tr-TR" sz="2800" baseline="0" dirty="0"/>
                    </a:p>
                    <a:p>
                      <a:pPr algn="just"/>
                      <a:endParaRPr lang="en-US" sz="3300" dirty="0"/>
                    </a:p>
                  </a:txBody>
                  <a:tcPr marL="50924" marR="50924" marT="42007" marB="42007"/>
                </a:tc>
                <a:extLst>
                  <a:ext uri="{0D108BD9-81ED-4DB2-BD59-A6C34878D82A}">
                    <a16:rowId xmlns:a16="http://schemas.microsoft.com/office/drawing/2014/main" val="10001"/>
                  </a:ext>
                </a:extLst>
              </a:tr>
            </a:tbl>
          </a:graphicData>
        </a:graphic>
      </p:graphicFrame>
      <p:sp>
        <p:nvSpPr>
          <p:cNvPr id="14364" name="TextBox 23">
            <a:extLst>
              <a:ext uri="{FF2B5EF4-FFF2-40B4-BE49-F238E27FC236}">
                <a16:creationId xmlns:a16="http://schemas.microsoft.com/office/drawing/2014/main" id="{2D75DA5B-C76E-A091-42BD-170450201BEA}"/>
              </a:ext>
            </a:extLst>
          </p:cNvPr>
          <p:cNvSpPr txBox="1">
            <a:spLocks noChangeArrowheads="1"/>
          </p:cNvSpPr>
          <p:nvPr/>
        </p:nvSpPr>
        <p:spPr bwMode="auto">
          <a:xfrm>
            <a:off x="5602288" y="261938"/>
            <a:ext cx="101822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10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9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7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64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6400">
                <a:solidFill>
                  <a:schemeClr val="tx1"/>
                </a:solidFill>
                <a:latin typeface="Calibri" panose="020F0502020204030204" pitchFamily="34" charset="0"/>
              </a:defRPr>
            </a:lvl5pPr>
            <a:lvl6pPr marL="25146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6pPr>
            <a:lvl7pPr marL="29718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7pPr>
            <a:lvl8pPr marL="34290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8pPr>
            <a:lvl9pPr marL="38862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9pPr>
          </a:lstStyle>
          <a:p>
            <a:pPr algn="ctr" eaLnBrk="1" hangingPunct="1">
              <a:spcBef>
                <a:spcPct val="0"/>
              </a:spcBef>
              <a:buFontTx/>
              <a:buNone/>
            </a:pPr>
            <a:r>
              <a:rPr lang="tr-TR" altLang="tr-TR" sz="7200" b="1">
                <a:solidFill>
                  <a:srgbClr val="002060"/>
                </a:solidFill>
                <a:latin typeface="Arial Unicode MS" panose="020B0604020202020204" pitchFamily="34" charset="-128"/>
                <a:ea typeface="Arial Unicode MS" panose="020B0604020202020204" pitchFamily="34" charset="-128"/>
              </a:rPr>
              <a:t>Pamukkale Üniversitesi</a:t>
            </a:r>
            <a:endParaRPr lang="en-US" altLang="tr-TR" sz="7200" b="1">
              <a:solidFill>
                <a:srgbClr val="002060"/>
              </a:solidFill>
              <a:latin typeface="Arial Unicode MS" panose="020B0604020202020204" pitchFamily="34" charset="-128"/>
              <a:ea typeface="Arial Unicode MS" panose="020B0604020202020204" pitchFamily="34" charset="-128"/>
            </a:endParaRPr>
          </a:p>
        </p:txBody>
      </p:sp>
      <p:sp>
        <p:nvSpPr>
          <p:cNvPr id="14365" name="TextBox 23">
            <a:extLst>
              <a:ext uri="{FF2B5EF4-FFF2-40B4-BE49-F238E27FC236}">
                <a16:creationId xmlns:a16="http://schemas.microsoft.com/office/drawing/2014/main" id="{AEA6690C-52D2-561C-78AB-AAA868651313}"/>
              </a:ext>
            </a:extLst>
          </p:cNvPr>
          <p:cNvSpPr txBox="1">
            <a:spLocks noChangeArrowheads="1"/>
          </p:cNvSpPr>
          <p:nvPr/>
        </p:nvSpPr>
        <p:spPr bwMode="auto">
          <a:xfrm>
            <a:off x="16865600" y="0"/>
            <a:ext cx="4521200" cy="862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10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9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7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64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6400">
                <a:solidFill>
                  <a:schemeClr val="tx1"/>
                </a:solidFill>
                <a:latin typeface="Calibri" panose="020F0502020204030204" pitchFamily="34" charset="0"/>
              </a:defRPr>
            </a:lvl5pPr>
            <a:lvl6pPr marL="25146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6pPr>
            <a:lvl7pPr marL="29718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7pPr>
            <a:lvl8pPr marL="34290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8pPr>
            <a:lvl9pPr marL="3886200" indent="-228600" defTabSz="2947988" eaLnBrk="0" fontAlgn="base" hangingPunct="0">
              <a:spcBef>
                <a:spcPct val="20000"/>
              </a:spcBef>
              <a:spcAft>
                <a:spcPct val="0"/>
              </a:spcAft>
              <a:buFont typeface="Arial" panose="020B0604020202020204" pitchFamily="34" charset="0"/>
              <a:buChar char="»"/>
              <a:defRPr sz="6400">
                <a:solidFill>
                  <a:schemeClr val="tx1"/>
                </a:solidFill>
                <a:latin typeface="Calibri" panose="020F0502020204030204" pitchFamily="34" charset="0"/>
              </a:defRPr>
            </a:lvl9pPr>
          </a:lstStyle>
          <a:p>
            <a:pPr algn="r" eaLnBrk="1" hangingPunct="1">
              <a:spcBef>
                <a:spcPct val="0"/>
              </a:spcBef>
              <a:buFontTx/>
              <a:buNone/>
            </a:pPr>
            <a:r>
              <a:rPr lang="tr-TR" altLang="tr-TR" sz="5000" b="1" dirty="0" err="1">
                <a:latin typeface="Arial" panose="020B0604020202020204" pitchFamily="34" charset="0"/>
                <a:ea typeface="Arial Unicode MS" panose="020B0604020202020204" pitchFamily="34" charset="-128"/>
              </a:rPr>
              <a:t>TezNo</a:t>
            </a:r>
            <a:r>
              <a:rPr lang="tr-TR" altLang="tr-TR" sz="5000" b="1" dirty="0">
                <a:latin typeface="Arial" panose="020B0604020202020204" pitchFamily="34" charset="0"/>
                <a:ea typeface="Arial Unicode MS" panose="020B0604020202020204" pitchFamily="34" charset="-128"/>
              </a:rPr>
              <a:t>: YZ - 1</a:t>
            </a:r>
            <a:endParaRPr lang="en-US" altLang="tr-TR" sz="5000" b="1" dirty="0">
              <a:latin typeface="Arial" panose="020B0604020202020204" pitchFamily="34" charset="0"/>
              <a:ea typeface="Arial Unicode MS" panose="020B0604020202020204" pitchFamily="34" charset="-128"/>
            </a:endParaRPr>
          </a:p>
        </p:txBody>
      </p:sp>
      <p:sp>
        <p:nvSpPr>
          <p:cNvPr id="22" name="Satır Belirtme Çizgisi 1 21">
            <a:extLst>
              <a:ext uri="{FF2B5EF4-FFF2-40B4-BE49-F238E27FC236}">
                <a16:creationId xmlns:a16="http://schemas.microsoft.com/office/drawing/2014/main" id="{BCE512F0-9C48-4049-9A3D-7D2101206345}"/>
              </a:ext>
            </a:extLst>
          </p:cNvPr>
          <p:cNvSpPr/>
          <p:nvPr/>
        </p:nvSpPr>
        <p:spPr>
          <a:xfrm>
            <a:off x="-9423400" y="10194925"/>
            <a:ext cx="7029450" cy="7288213"/>
          </a:xfrm>
          <a:prstGeom prst="borderCallout1">
            <a:avLst>
              <a:gd name="adj1" fmla="val -3375"/>
              <a:gd name="adj2" fmla="val 73189"/>
              <a:gd name="adj3" fmla="val -64905"/>
              <a:gd name="adj4" fmla="val 132115"/>
            </a:avLst>
          </a:prstGeom>
        </p:spPr>
        <p:style>
          <a:lnRef idx="2">
            <a:schemeClr val="dk1"/>
          </a:lnRef>
          <a:fillRef idx="1">
            <a:schemeClr val="lt1"/>
          </a:fillRef>
          <a:effectRef idx="0">
            <a:schemeClr val="dk1"/>
          </a:effectRef>
          <a:fontRef idx="minor">
            <a:schemeClr val="dk1"/>
          </a:fontRef>
        </p:style>
        <p:txBody>
          <a:bodyPr anchor="ctr"/>
          <a:lstStyle/>
          <a:p>
            <a:pPr>
              <a:defRPr/>
            </a:pPr>
            <a:r>
              <a:rPr lang="tr-TR" sz="3600" dirty="0">
                <a:solidFill>
                  <a:schemeClr val="tx1"/>
                </a:solidFill>
              </a:rPr>
              <a:t>Poster </a:t>
            </a:r>
            <a:r>
              <a:rPr lang="tr-TR" sz="3600" b="1" dirty="0">
                <a:solidFill>
                  <a:srgbClr val="FF0000"/>
                </a:solidFill>
              </a:rPr>
              <a:t>A1 ebadında </a:t>
            </a:r>
            <a:r>
              <a:rPr lang="tr-TR" sz="3600" dirty="0">
                <a:solidFill>
                  <a:schemeClr val="tx1"/>
                </a:solidFill>
              </a:rPr>
              <a:t>(594 x 841mm) olmalı ve </a:t>
            </a:r>
            <a:r>
              <a:rPr lang="tr-TR" sz="3600" b="1" dirty="0">
                <a:solidFill>
                  <a:srgbClr val="FF0000"/>
                </a:solidFill>
              </a:rPr>
              <a:t>Dikey yönde </a:t>
            </a:r>
            <a:r>
              <a:rPr lang="tr-TR" sz="3600" dirty="0">
                <a:solidFill>
                  <a:schemeClr val="tx1"/>
                </a:solidFill>
              </a:rPr>
              <a:t>hazırlanmalıdır. Poster, 2-3 metreden açık ve net olarak okunacak şekilde hazırlanmalıdır. Şablonda yer alması gereken ve üst bilgi olarak sunulan zorunlu alanları tamamlayıp poster tasarımını istediğiniz temada hazırlayabilirsiniz. Posterinizde tez çıktılarına ait görsellere de yer veriniz. Poster çıktısını almadan önce şablondaki açıklama bölümlerini silmeyi unutmayınız.</a:t>
            </a:r>
            <a:endParaRPr lang="en-US" sz="3600" dirty="0">
              <a:solidFill>
                <a:schemeClr val="tx1"/>
              </a:solidFill>
            </a:endParaRPr>
          </a:p>
        </p:txBody>
      </p:sp>
      <p:pic>
        <p:nvPicPr>
          <p:cNvPr id="14370" name="Picture 45">
            <a:extLst>
              <a:ext uri="{FF2B5EF4-FFF2-40B4-BE49-F238E27FC236}">
                <a16:creationId xmlns:a16="http://schemas.microsoft.com/office/drawing/2014/main" id="{125EAA8F-1222-BBE3-1283-9B6406B2A5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275" y="176213"/>
            <a:ext cx="21431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 name="Table 25">
            <a:extLst>
              <a:ext uri="{FF2B5EF4-FFF2-40B4-BE49-F238E27FC236}">
                <a16:creationId xmlns:a16="http://schemas.microsoft.com/office/drawing/2014/main" id="{081196BB-005A-EC45-AAE3-5CFAE68B408D}"/>
              </a:ext>
            </a:extLst>
          </p:cNvPr>
          <p:cNvGraphicFramePr>
            <a:graphicFrameLocks noGrp="1"/>
          </p:cNvGraphicFramePr>
          <p:nvPr>
            <p:extLst>
              <p:ext uri="{D42A27DB-BD31-4B8C-83A1-F6EECF244321}">
                <p14:modId xmlns:p14="http://schemas.microsoft.com/office/powerpoint/2010/main" val="2493184563"/>
              </p:ext>
            </p:extLst>
          </p:nvPr>
        </p:nvGraphicFramePr>
        <p:xfrm>
          <a:off x="585788" y="17941137"/>
          <a:ext cx="9377362" cy="12040376"/>
        </p:xfrm>
        <a:graphic>
          <a:graphicData uri="http://schemas.openxmlformats.org/drawingml/2006/table">
            <a:tbl>
              <a:tblPr firstRow="1" bandRow="1">
                <a:tableStyleId>{69012ECD-51FC-41F1-AA8D-1B2483CD663E}</a:tableStyleId>
              </a:tblPr>
              <a:tblGrid>
                <a:gridCol w="9377362">
                  <a:extLst>
                    <a:ext uri="{9D8B030D-6E8A-4147-A177-3AD203B41FA5}">
                      <a16:colId xmlns:a16="http://schemas.microsoft.com/office/drawing/2014/main" val="20000"/>
                    </a:ext>
                  </a:extLst>
                </a:gridCol>
              </a:tblGrid>
              <a:tr h="2027426">
                <a:tc>
                  <a:txBody>
                    <a:bodyPr/>
                    <a:lstStyle/>
                    <a:p>
                      <a:pPr marL="0" marR="0" indent="0" algn="ctr" defTabSz="4068913" rtl="0" eaLnBrk="1" fontAlgn="auto" latinLnBrk="0" hangingPunct="1">
                        <a:lnSpc>
                          <a:spcPct val="100000"/>
                        </a:lnSpc>
                        <a:spcBef>
                          <a:spcPts val="0"/>
                        </a:spcBef>
                        <a:spcAft>
                          <a:spcPts val="0"/>
                        </a:spcAft>
                        <a:buClrTx/>
                        <a:buSzTx/>
                        <a:buFontTx/>
                        <a:buNone/>
                        <a:tabLst/>
                        <a:defRPr/>
                      </a:pPr>
                      <a:r>
                        <a:rPr lang="tr-TR" sz="4900" b="1" kern="1200" dirty="0">
                          <a:solidFill>
                            <a:schemeClr val="bg1"/>
                          </a:solidFill>
                          <a:latin typeface="+mn-lt"/>
                          <a:ea typeface="+mn-ea"/>
                          <a:cs typeface="+mn-cs"/>
                        </a:rPr>
                        <a:t>Tez Çıktıları</a:t>
                      </a:r>
                      <a:endParaRPr lang="en-US" sz="4900" dirty="0"/>
                    </a:p>
                  </a:txBody>
                  <a:tcPr marL="50920" marR="50920" marT="42009" marB="42009">
                    <a:solidFill>
                      <a:schemeClr val="tx2"/>
                    </a:solidFill>
                  </a:tcPr>
                </a:tc>
                <a:extLst>
                  <a:ext uri="{0D108BD9-81ED-4DB2-BD59-A6C34878D82A}">
                    <a16:rowId xmlns:a16="http://schemas.microsoft.com/office/drawing/2014/main" val="10000"/>
                  </a:ext>
                </a:extLst>
              </a:tr>
              <a:tr h="10012950">
                <a:tc>
                  <a:txBody>
                    <a:bodyPr/>
                    <a:lstStyle/>
                    <a:p>
                      <a:r>
                        <a:rPr lang="tr-TR" sz="2800" b="0" i="0" kern="1200" dirty="0">
                          <a:solidFill>
                            <a:schemeClr val="tx1"/>
                          </a:solidFill>
                          <a:effectLst/>
                          <a:latin typeface="+mn-lt"/>
                          <a:ea typeface="+mn-ea"/>
                          <a:cs typeface="+mn-cs"/>
                        </a:rPr>
                        <a:t>Geliştirilen sistem, kullanıcıların satış verilerini yükleyerek teknik kod bilgisi gerektirmeden müşteri segmentasyonu yapabilmesini sağlamaktadır.</a:t>
                      </a:r>
                    </a:p>
                    <a:p>
                      <a:r>
                        <a:rPr lang="tr-TR" sz="2800" b="0" i="0" kern="1200" dirty="0">
                          <a:solidFill>
                            <a:schemeClr val="tx1"/>
                          </a:solidFill>
                          <a:effectLst/>
                          <a:latin typeface="+mn-lt"/>
                          <a:ea typeface="+mn-ea"/>
                          <a:cs typeface="+mn-cs"/>
                        </a:rPr>
                        <a:t>Sistem çıktıları arasında müşteri kümeleri, üyelik dereceleri, RFM metrikleri, korelasyon grafikleri, 2D/3D dağılım grafikleri ve segment bazlı aksiyon önerileri yer almaktadır.</a:t>
                      </a:r>
                    </a:p>
                    <a:p>
                      <a:r>
                        <a:rPr lang="tr-TR" sz="2800" b="0" i="0" kern="1200" dirty="0">
                          <a:solidFill>
                            <a:schemeClr val="tx1"/>
                          </a:solidFill>
                          <a:effectLst/>
                          <a:latin typeface="+mn-lt"/>
                          <a:ea typeface="+mn-ea"/>
                          <a:cs typeface="+mn-cs"/>
                        </a:rPr>
                        <a:t>Bu çıktılar sayesinde işletmeler; sadık müşterileri, yeni müşterileri, potansiyel sadık müşterileri, kaybedilme riski olan müşterileri ve düşük değerli müşteri gruplarını kolaylıkla analiz edebilmektedir.</a:t>
                      </a:r>
                    </a:p>
                    <a:p>
                      <a:pPr lvl="0"/>
                      <a:endParaRPr lang="en-US" sz="2800" kern="1200" dirty="0">
                        <a:solidFill>
                          <a:schemeClr val="tx1"/>
                        </a:solidFill>
                        <a:latin typeface="+mn-lt"/>
                        <a:ea typeface="+mn-ea"/>
                        <a:cs typeface="+mn-cs"/>
                      </a:endParaRPr>
                    </a:p>
                    <a:p>
                      <a:pPr lvl="0"/>
                      <a:endParaRPr lang="en-US" sz="2600" kern="1200" dirty="0">
                        <a:solidFill>
                          <a:schemeClr val="tx1"/>
                        </a:solidFill>
                        <a:latin typeface="+mn-lt"/>
                        <a:ea typeface="+mn-ea"/>
                        <a:cs typeface="+mn-cs"/>
                      </a:endParaRPr>
                    </a:p>
                    <a:p>
                      <a:pPr lvl="0"/>
                      <a:endParaRPr lang="en-US" sz="2600" kern="1200" dirty="0">
                        <a:solidFill>
                          <a:schemeClr val="tx1"/>
                        </a:solidFill>
                        <a:latin typeface="+mn-lt"/>
                        <a:ea typeface="+mn-ea"/>
                        <a:cs typeface="+mn-cs"/>
                      </a:endParaRPr>
                    </a:p>
                  </a:txBody>
                  <a:tcPr marL="50920" marR="50920" marT="42009" marB="42009"/>
                </a:tc>
                <a:extLst>
                  <a:ext uri="{0D108BD9-81ED-4DB2-BD59-A6C34878D82A}">
                    <a16:rowId xmlns:a16="http://schemas.microsoft.com/office/drawing/2014/main" val="10001"/>
                  </a:ext>
                </a:extLst>
              </a:tr>
            </a:tbl>
          </a:graphicData>
        </a:graphic>
      </p:graphicFrame>
      <p:graphicFrame>
        <p:nvGraphicFramePr>
          <p:cNvPr id="27" name="Table 25">
            <a:extLst>
              <a:ext uri="{FF2B5EF4-FFF2-40B4-BE49-F238E27FC236}">
                <a16:creationId xmlns:a16="http://schemas.microsoft.com/office/drawing/2014/main" id="{1E2EE081-C2A3-DB4E-89F3-8C41CEB9235E}"/>
              </a:ext>
            </a:extLst>
          </p:cNvPr>
          <p:cNvGraphicFramePr>
            <a:graphicFrameLocks noGrp="1"/>
          </p:cNvGraphicFramePr>
          <p:nvPr>
            <p:extLst>
              <p:ext uri="{D42A27DB-BD31-4B8C-83A1-F6EECF244321}">
                <p14:modId xmlns:p14="http://schemas.microsoft.com/office/powerpoint/2010/main" val="124035436"/>
              </p:ext>
            </p:extLst>
          </p:nvPr>
        </p:nvGraphicFramePr>
        <p:xfrm>
          <a:off x="11172825" y="4224339"/>
          <a:ext cx="9359900" cy="11125992"/>
        </p:xfrm>
        <a:graphic>
          <a:graphicData uri="http://schemas.openxmlformats.org/drawingml/2006/table">
            <a:tbl>
              <a:tblPr firstRow="1" bandRow="1">
                <a:tableStyleId>{69012ECD-51FC-41F1-AA8D-1B2483CD663E}</a:tableStyleId>
              </a:tblPr>
              <a:tblGrid>
                <a:gridCol w="9359900">
                  <a:extLst>
                    <a:ext uri="{9D8B030D-6E8A-4147-A177-3AD203B41FA5}">
                      <a16:colId xmlns:a16="http://schemas.microsoft.com/office/drawing/2014/main" val="20000"/>
                    </a:ext>
                  </a:extLst>
                </a:gridCol>
              </a:tblGrid>
              <a:tr h="1565512">
                <a:tc>
                  <a:txBody>
                    <a:bodyPr/>
                    <a:lstStyle/>
                    <a:p>
                      <a:pPr marL="0" marR="0" indent="0" algn="ctr" defTabSz="4068913" rtl="0" eaLnBrk="1" fontAlgn="auto" latinLnBrk="0" hangingPunct="1">
                        <a:lnSpc>
                          <a:spcPct val="100000"/>
                        </a:lnSpc>
                        <a:spcBef>
                          <a:spcPts val="0"/>
                        </a:spcBef>
                        <a:spcAft>
                          <a:spcPts val="0"/>
                        </a:spcAft>
                        <a:buClrTx/>
                        <a:buSzTx/>
                        <a:buFontTx/>
                        <a:buNone/>
                        <a:tabLst/>
                        <a:defRPr/>
                      </a:pPr>
                      <a:r>
                        <a:rPr lang="tr-TR" sz="4900" b="1" kern="1200" dirty="0">
                          <a:solidFill>
                            <a:schemeClr val="bg1"/>
                          </a:solidFill>
                          <a:latin typeface="+mn-lt"/>
                          <a:ea typeface="+mn-ea"/>
                          <a:cs typeface="+mn-cs"/>
                        </a:rPr>
                        <a:t>Sonuçlar ve Genel Değerlendirme</a:t>
                      </a:r>
                      <a:endParaRPr lang="en-US" sz="4900" dirty="0"/>
                    </a:p>
                  </a:txBody>
                  <a:tcPr marL="50920" marR="50920" marT="42005" marB="42005">
                    <a:solidFill>
                      <a:schemeClr val="tx2"/>
                    </a:solidFill>
                  </a:tcPr>
                </a:tc>
                <a:extLst>
                  <a:ext uri="{0D108BD9-81ED-4DB2-BD59-A6C34878D82A}">
                    <a16:rowId xmlns:a16="http://schemas.microsoft.com/office/drawing/2014/main" val="10000"/>
                  </a:ext>
                </a:extLst>
              </a:tr>
              <a:tr h="9560480">
                <a:tc>
                  <a:txBody>
                    <a:bodyPr/>
                    <a:lstStyle/>
                    <a:p>
                      <a:r>
                        <a:rPr lang="tr-TR" sz="2800" b="0" i="0" kern="1200" dirty="0">
                          <a:solidFill>
                            <a:schemeClr val="tx1"/>
                          </a:solidFill>
                          <a:effectLst/>
                          <a:latin typeface="+mn-lt"/>
                          <a:ea typeface="+mn-ea"/>
                          <a:cs typeface="+mn-cs"/>
                        </a:rPr>
                        <a:t>Proje sonucunda, CSV formatındaki müşteri verilerini analiz ederek RFM/PRM metrikleri üzerinden segmentasyon yapabilen interaktif bir web tabanlı karar destek sistemi geliştirilmiştir. Sistem, </a:t>
                      </a:r>
                      <a:r>
                        <a:rPr lang="tr-TR" sz="2800" b="0" i="0" kern="1200" dirty="0" err="1">
                          <a:solidFill>
                            <a:schemeClr val="tx1"/>
                          </a:solidFill>
                          <a:effectLst/>
                          <a:latin typeface="+mn-lt"/>
                          <a:ea typeface="+mn-ea"/>
                          <a:cs typeface="+mn-cs"/>
                        </a:rPr>
                        <a:t>Fuzzy</a:t>
                      </a:r>
                      <a:r>
                        <a:rPr lang="tr-TR" sz="2800" b="0" i="0" kern="1200" dirty="0">
                          <a:solidFill>
                            <a:schemeClr val="tx1"/>
                          </a:solidFill>
                          <a:effectLst/>
                          <a:latin typeface="+mn-lt"/>
                          <a:ea typeface="+mn-ea"/>
                          <a:cs typeface="+mn-cs"/>
                        </a:rPr>
                        <a:t> C-</a:t>
                      </a:r>
                      <a:r>
                        <a:rPr lang="tr-TR" sz="2800" b="0" i="0" kern="1200" dirty="0" err="1">
                          <a:solidFill>
                            <a:schemeClr val="tx1"/>
                          </a:solidFill>
                          <a:effectLst/>
                          <a:latin typeface="+mn-lt"/>
                          <a:ea typeface="+mn-ea"/>
                          <a:cs typeface="+mn-cs"/>
                        </a:rPr>
                        <a:t>Means</a:t>
                      </a:r>
                      <a:r>
                        <a:rPr lang="tr-TR" sz="2800" b="0" i="0" kern="1200" dirty="0">
                          <a:solidFill>
                            <a:schemeClr val="tx1"/>
                          </a:solidFill>
                          <a:effectLst/>
                          <a:latin typeface="+mn-lt"/>
                          <a:ea typeface="+mn-ea"/>
                          <a:cs typeface="+mn-cs"/>
                        </a:rPr>
                        <a:t> algoritması ile müşterilerin farklı segmentlere olan üyelik derecelerini hesaplamakta ve klasik kesin kümeleme yöntemlerine göre daha esnek bir değerlendirme sunmaktadır.</a:t>
                      </a:r>
                    </a:p>
                    <a:p>
                      <a:r>
                        <a:rPr lang="tr-TR" sz="2800" b="0" i="0" kern="1200" dirty="0">
                          <a:solidFill>
                            <a:schemeClr val="tx1"/>
                          </a:solidFill>
                          <a:effectLst/>
                          <a:latin typeface="+mn-lt"/>
                          <a:ea typeface="+mn-ea"/>
                          <a:cs typeface="+mn-cs"/>
                        </a:rPr>
                        <a:t>Uygulama; optimal küme sayısını belirleme, 2D/3D görselleştirme, segment dağılımı, küme merkezleri, model güveni ve müşteri bazlı öneri çıktıları gibi sonuçları kullanıcıya sunmaktadır. Elde edilen segmentler sayesinde işletmeler; sadık müşteriler, riskli müşteriler, yeni müşteriler ve yüksek potansiyelli müşteri grupları için daha hedefli pazarlama stratejileri geliştirebilmektedir.</a:t>
                      </a:r>
                    </a:p>
                    <a:p>
                      <a:pPr>
                        <a:lnSpc>
                          <a:spcPct val="100000"/>
                        </a:lnSpc>
                        <a:spcBef>
                          <a:spcPts val="0"/>
                        </a:spcBef>
                        <a:spcAft>
                          <a:spcPts val="260"/>
                        </a:spcAft>
                        <a:buNone/>
                      </a:pPr>
                      <a:endParaRPr lang="en-US" sz="2800" kern="1200" dirty="0">
                        <a:solidFill>
                          <a:schemeClr val="tx1"/>
                        </a:solidFill>
                        <a:latin typeface="+mn-lt"/>
                        <a:ea typeface="+mn-ea"/>
                        <a:cs typeface="+mn-cs"/>
                      </a:endParaRPr>
                    </a:p>
                  </a:txBody>
                  <a:tcPr marL="50920" marR="50920" marT="42005" marB="42005"/>
                </a:tc>
                <a:extLst>
                  <a:ext uri="{0D108BD9-81ED-4DB2-BD59-A6C34878D82A}">
                    <a16:rowId xmlns:a16="http://schemas.microsoft.com/office/drawing/2014/main" val="10001"/>
                  </a:ext>
                </a:extLst>
              </a:tr>
            </a:tbl>
          </a:graphicData>
        </a:graphic>
      </p:graphicFrame>
      <p:pic>
        <p:nvPicPr>
          <p:cNvPr id="4" name="Resim 3">
            <a:extLst>
              <a:ext uri="{FF2B5EF4-FFF2-40B4-BE49-F238E27FC236}">
                <a16:creationId xmlns:a16="http://schemas.microsoft.com/office/drawing/2014/main" id="{A73E8227-F3DE-7522-2EF2-8A1B1D16AC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250" y="24494331"/>
            <a:ext cx="4498866" cy="5487183"/>
          </a:xfrm>
          <a:prstGeom prst="rect">
            <a:avLst/>
          </a:prstGeom>
        </p:spPr>
      </p:pic>
      <p:pic>
        <p:nvPicPr>
          <p:cNvPr id="6" name="Resim 5">
            <a:extLst>
              <a:ext uri="{FF2B5EF4-FFF2-40B4-BE49-F238E27FC236}">
                <a16:creationId xmlns:a16="http://schemas.microsoft.com/office/drawing/2014/main" id="{DD5224A1-C827-9497-AAD5-53E2B40BF0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4654" y="24494331"/>
            <a:ext cx="4878496" cy="55040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3846</TotalTime>
  <Words>542</Words>
  <Application>Microsoft Macintosh PowerPoint</Application>
  <PresentationFormat>Özel</PresentationFormat>
  <Paragraphs>36</Paragraphs>
  <Slides>1</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vt:i4>
      </vt:variant>
    </vt:vector>
  </HeadingPairs>
  <TitlesOfParts>
    <vt:vector size="5" baseType="lpstr">
      <vt:lpstr>Arial Unicode MS</vt:lpstr>
      <vt:lpstr>Arial</vt:lpstr>
      <vt:lpstr>Calibri</vt:lpstr>
      <vt:lpstr>Office Theme</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Template</dc:title>
  <dc:creator>Template.org</dc:creator>
  <cp:keywords>scientific poster template</cp:keywords>
  <cp:lastModifiedBy>ENES KUZU</cp:lastModifiedBy>
  <cp:revision>41</cp:revision>
  <cp:lastPrinted>2022-05-08T14:29:22Z</cp:lastPrinted>
  <dcterms:created xsi:type="dcterms:W3CDTF">2012-02-02T05:39:18Z</dcterms:created>
  <dcterms:modified xsi:type="dcterms:W3CDTF">2026-05-13T18:51:53Z</dcterms:modified>
</cp:coreProperties>
</file>